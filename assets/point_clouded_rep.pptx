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768BB-E04B-6040-9C32-B14816C7AFDA}" v="6" dt="2026-10-06T13:37:42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6317"/>
  </p:normalViewPr>
  <p:slideViewPr>
    <p:cSldViewPr snapToGrid="0" snapToObjects="1">
      <p:cViewPr varScale="1">
        <p:scale>
          <a:sx n="135" d="100"/>
          <a:sy n="135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Keren" userId="e1111ddd-70b1-4135-8e63-9cc2a369034d" providerId="ADAL" clId="{5BECA38A-AC3D-550A-A560-0B11A44A7FE8}"/>
    <pc:docChg chg="addSld modSld">
      <pc:chgData name="Li, Keren" userId="e1111ddd-70b1-4135-8e63-9cc2a369034d" providerId="ADAL" clId="{5BECA38A-AC3D-550A-A560-0B11A44A7FE8}" dt="2026-09-28T12:24:11.851" v="23" actId="207"/>
      <pc:docMkLst>
        <pc:docMk/>
      </pc:docMkLst>
      <pc:sldChg chg="modSp add mod">
        <pc:chgData name="Li, Keren" userId="e1111ddd-70b1-4135-8e63-9cc2a369034d" providerId="ADAL" clId="{5BECA38A-AC3D-550A-A560-0B11A44A7FE8}" dt="2026-09-28T12:24:11.851" v="23" actId="207"/>
        <pc:sldMkLst>
          <pc:docMk/>
          <pc:sldMk cId="4192070633" sldId="257"/>
        </pc:sldMkLst>
        <pc:spChg chg="mod">
          <ac:chgData name="Li, Keren" userId="e1111ddd-70b1-4135-8e63-9cc2a369034d" providerId="ADAL" clId="{5BECA38A-AC3D-550A-A560-0B11A44A7FE8}" dt="2026-09-28T12:24:11.851" v="23" actId="207"/>
          <ac:spMkLst>
            <pc:docMk/>
            <pc:sldMk cId="4192070633" sldId="257"/>
            <ac:spMk id="12" creationId="{1E083273-BC16-8670-3A91-A7B0781B53EE}"/>
          </ac:spMkLst>
        </pc:spChg>
        <pc:spChg chg="mod">
          <ac:chgData name="Li, Keren" userId="e1111ddd-70b1-4135-8e63-9cc2a369034d" providerId="ADAL" clId="{5BECA38A-AC3D-550A-A560-0B11A44A7FE8}" dt="2026-09-28T12:23:52.887" v="22" actId="1038"/>
          <ac:spMkLst>
            <pc:docMk/>
            <pc:sldMk cId="4192070633" sldId="257"/>
            <ac:spMk id="68" creationId="{92AF153A-C6AE-F0C6-F9DF-883D421542A2}"/>
          </ac:spMkLst>
        </pc:spChg>
      </pc:sldChg>
    </pc:docChg>
  </pc:docChgLst>
  <pc:docChgLst>
    <pc:chgData name="Li, Keren" userId="e1111ddd-70b1-4135-8e63-9cc2a369034d" providerId="ADAL" clId="{3A1CCB25-3FF6-59BB-9158-D262B79E7E21}"/>
    <pc:docChg chg="undo custSel addSld delSld modSld modMainMaster">
      <pc:chgData name="Li, Keren" userId="e1111ddd-70b1-4135-8e63-9cc2a369034d" providerId="ADAL" clId="{3A1CCB25-3FF6-59BB-9158-D262B79E7E21}" dt="2026-10-22T15:33:42.237" v="1982" actId="20577"/>
      <pc:docMkLst>
        <pc:docMk/>
      </pc:docMkLst>
      <pc:sldChg chg="addSp delSp modSp mod modClrScheme chgLayout">
        <pc:chgData name="Li, Keren" userId="e1111ddd-70b1-4135-8e63-9cc2a369034d" providerId="ADAL" clId="{3A1CCB25-3FF6-59BB-9158-D262B79E7E21}" dt="2026-09-25T13:57:31.581" v="1885" actId="20577"/>
        <pc:sldMkLst>
          <pc:docMk/>
          <pc:sldMk cId="0" sldId="256"/>
        </pc:sldMkLst>
        <pc:spChg chg="add mod">
          <ac:chgData name="Li, Keren" userId="e1111ddd-70b1-4135-8e63-9cc2a369034d" providerId="ADAL" clId="{3A1CCB25-3FF6-59BB-9158-D262B79E7E21}" dt="2026-09-25T13:20:05.405" v="1284" actId="207"/>
          <ac:spMkLst>
            <pc:docMk/>
            <pc:sldMk cId="0" sldId="256"/>
            <ac:spMk id="2" creationId="{31926BD2-005A-14F0-9BD7-DA8E52A984D7}"/>
          </ac:spMkLst>
        </pc:spChg>
        <pc:spChg chg="mod">
          <ac:chgData name="Li, Keren" userId="e1111ddd-70b1-4135-8e63-9cc2a369034d" providerId="ADAL" clId="{3A1CCB25-3FF6-59BB-9158-D262B79E7E21}" dt="2026-09-25T13:46:25.223" v="1786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6:29.203" v="1787" actId="40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21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23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3:59.366" v="583" actId="207"/>
          <ac:spMkLst>
            <pc:docMk/>
            <pc:sldMk cId="0" sldId="256"/>
            <ac:spMk id="32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3:59.366" v="583" actId="20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3:59.366" v="583" actId="20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21:40.411" v="1321" actId="1035"/>
          <ac:spMkLst>
            <pc:docMk/>
            <pc:sldMk cId="0" sldId="256"/>
            <ac:spMk id="38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21:40.411" v="1321" actId="1035"/>
          <ac:spMkLst>
            <pc:docMk/>
            <pc:sldMk cId="0" sldId="256"/>
            <ac:spMk id="39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21:40.411" v="1321" actId="103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3:59.366" v="583" actId="20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43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44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3:59.366" v="583" actId="207"/>
          <ac:spMkLst>
            <pc:docMk/>
            <pc:sldMk cId="0" sldId="256"/>
            <ac:spMk id="46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5:04.950" v="590" actId="2085"/>
          <ac:spMkLst>
            <pc:docMk/>
            <pc:sldMk cId="0" sldId="256"/>
            <ac:spMk id="48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49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50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51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5:04.950" v="590" actId="2085"/>
          <ac:spMkLst>
            <pc:docMk/>
            <pc:sldMk cId="0" sldId="256"/>
            <ac:spMk id="52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53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5:04.950" v="590" actId="2085"/>
          <ac:spMkLst>
            <pc:docMk/>
            <pc:sldMk cId="0" sldId="256"/>
            <ac:spMk id="56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5:04.950" v="590" actId="2085"/>
          <ac:spMkLst>
            <pc:docMk/>
            <pc:sldMk cId="0" sldId="256"/>
            <ac:spMk id="58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60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61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15:04.950" v="590" actId="2085"/>
          <ac:spMkLst>
            <pc:docMk/>
            <pc:sldMk cId="0" sldId="256"/>
            <ac:spMk id="62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63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64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38.162" v="1822" actId="164"/>
          <ac:spMkLst>
            <pc:docMk/>
            <pc:sldMk cId="0" sldId="256"/>
            <ac:spMk id="65" creationId="{00000000-0000-0000-0000-000000000000}"/>
          </ac:spMkLst>
        </pc:spChg>
        <pc:spChg chg="add del mod">
          <ac:chgData name="Li, Keren" userId="e1111ddd-70b1-4135-8e63-9cc2a369034d" providerId="ADAL" clId="{3A1CCB25-3FF6-59BB-9158-D262B79E7E21}" dt="2026-09-25T13:47:23.649" v="1821" actId="1037"/>
          <ac:spMkLst>
            <pc:docMk/>
            <pc:sldMk cId="0" sldId="256"/>
            <ac:spMk id="67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57:31.581" v="1885" actId="20577"/>
          <ac:spMkLst>
            <pc:docMk/>
            <pc:sldMk cId="0" sldId="256"/>
            <ac:spMk id="68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16.683" v="1806" actId="1037"/>
          <ac:spMkLst>
            <pc:docMk/>
            <pc:sldMk cId="0" sldId="256"/>
            <ac:spMk id="69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16.683" v="1806" actId="1037"/>
          <ac:spMkLst>
            <pc:docMk/>
            <pc:sldMk cId="0" sldId="256"/>
            <ac:spMk id="70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4:24.774" v="1755" actId="1036"/>
          <ac:spMkLst>
            <pc:docMk/>
            <pc:sldMk cId="0" sldId="256"/>
            <ac:spMk id="71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8:05.794" v="1824" actId="20577"/>
          <ac:spMkLst>
            <pc:docMk/>
            <pc:sldMk cId="0" sldId="256"/>
            <ac:spMk id="72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47:16.683" v="1806" actId="1037"/>
          <ac:spMkLst>
            <pc:docMk/>
            <pc:sldMk cId="0" sldId="256"/>
            <ac:spMk id="73" creationId="{00000000-0000-0000-0000-000000000000}"/>
          </ac:spMkLst>
        </pc:spChg>
        <pc:spChg chg="mod">
          <ac:chgData name="Li, Keren" userId="e1111ddd-70b1-4135-8e63-9cc2a369034d" providerId="ADAL" clId="{3A1CCB25-3FF6-59BB-9158-D262B79E7E21}" dt="2026-09-25T13:50:00.615" v="1851" actId="1076"/>
          <ac:spMkLst>
            <pc:docMk/>
            <pc:sldMk cId="0" sldId="256"/>
            <ac:spMk id="75" creationId="{00000000-0000-0000-0000-000000000000}"/>
          </ac:spMkLst>
        </pc:spChg>
        <pc:spChg chg="mod ord">
          <ac:chgData name="Li, Keren" userId="e1111ddd-70b1-4135-8e63-9cc2a369034d" providerId="ADAL" clId="{3A1CCB25-3FF6-59BB-9158-D262B79E7E21}" dt="2026-09-25T13:29:38.970" v="1606" actId="700"/>
          <ac:spMkLst>
            <pc:docMk/>
            <pc:sldMk cId="0" sldId="256"/>
            <ac:spMk id="78" creationId="{00000000-0000-0000-0000-000000000000}"/>
          </ac:spMkLst>
        </pc:spChg>
        <pc:spChg chg="add mod">
          <ac:chgData name="Li, Keren" userId="e1111ddd-70b1-4135-8e63-9cc2a369034d" providerId="ADAL" clId="{3A1CCB25-3FF6-59BB-9158-D262B79E7E21}" dt="2026-09-25T13:47:16.683" v="1806" actId="1037"/>
          <ac:spMkLst>
            <pc:docMk/>
            <pc:sldMk cId="0" sldId="256"/>
            <ac:spMk id="82" creationId="{A28C8625-768B-2FCE-502D-BC03BE2B2539}"/>
          </ac:spMkLst>
        </pc:spChg>
      </pc:sldChg>
      <pc:sldChg chg="modSp mod">
        <pc:chgData name="Li, Keren" userId="e1111ddd-70b1-4135-8e63-9cc2a369034d" providerId="ADAL" clId="{3A1CCB25-3FF6-59BB-9158-D262B79E7E21}" dt="2026-10-22T15:33:33.896" v="1979" actId="20577"/>
        <pc:sldMkLst>
          <pc:docMk/>
          <pc:sldMk cId="4192070633" sldId="257"/>
        </pc:sldMkLst>
        <pc:spChg chg="mod">
          <ac:chgData name="Li, Keren" userId="e1111ddd-70b1-4135-8e63-9cc2a369034d" providerId="ADAL" clId="{3A1CCB25-3FF6-59BB-9158-D262B79E7E21}" dt="2026-10-06T13:37:23.509" v="1907" actId="167"/>
          <ac:spMkLst>
            <pc:docMk/>
            <pc:sldMk cId="4192070633" sldId="257"/>
            <ac:spMk id="2" creationId="{D473D0D3-5E32-6951-67D7-9D077DFDA590}"/>
          </ac:spMkLst>
        </pc:spChg>
        <pc:spChg chg="mod">
          <ac:chgData name="Li, Keren" userId="e1111ddd-70b1-4135-8e63-9cc2a369034d" providerId="ADAL" clId="{3A1CCB25-3FF6-59BB-9158-D262B79E7E21}" dt="2026-10-22T15:33:33.896" v="1979" actId="20577"/>
          <ac:spMkLst>
            <pc:docMk/>
            <pc:sldMk cId="4192070633" sldId="257"/>
            <ac:spMk id="12" creationId="{1E083273-BC16-8670-3A91-A7B0781B53EE}"/>
          </ac:spMkLst>
        </pc:spChg>
      </pc:sldChg>
      <pc:sldChg chg="addSp delSp modSp add mod">
        <pc:chgData name="Li, Keren" userId="e1111ddd-70b1-4135-8e63-9cc2a369034d" providerId="ADAL" clId="{3A1CCB25-3FF6-59BB-9158-D262B79E7E21}" dt="2026-10-06T13:37:42.550" v="1908" actId="164"/>
        <pc:sldMkLst>
          <pc:docMk/>
          <pc:sldMk cId="3963707669" sldId="258"/>
        </pc:sldMkLst>
        <pc:spChg chg="mod">
          <ac:chgData name="Li, Keren" userId="e1111ddd-70b1-4135-8e63-9cc2a369034d" providerId="ADAL" clId="{3A1CCB25-3FF6-59BB-9158-D262B79E7E21}" dt="2026-10-06T13:36:44.761" v="1896" actId="167"/>
          <ac:spMkLst>
            <pc:docMk/>
            <pc:sldMk cId="3963707669" sldId="258"/>
            <ac:spMk id="2" creationId="{CBD4E324-9410-CA25-7B84-A55F548B8293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6" creationId="{54A3E1C0-9A49-221C-E4B7-8BFBC36A3280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17" creationId="{9C662440-34AE-7F9E-B75C-0B4990A977F4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20" creationId="{98542297-88D9-F624-4FD3-DC8BC4A70380}"/>
          </ac:spMkLst>
        </pc:spChg>
        <pc:spChg chg="mod topLvl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28" creationId="{7FC7B17B-310F-1538-770F-AB22852D020D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31" creationId="{9A23A69F-A221-FE9C-4687-C4D46807A2DC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51" creationId="{3B5E43CC-1349-5E8E-626D-D70A36143602}"/>
          </ac:spMkLst>
        </pc:spChg>
        <pc:spChg chg="mod topLvl">
          <ac:chgData name="Li, Keren" userId="e1111ddd-70b1-4135-8e63-9cc2a369034d" providerId="ADAL" clId="{3A1CCB25-3FF6-59BB-9158-D262B79E7E21}" dt="2026-10-06T13:36:12.383" v="1887" actId="165"/>
          <ac:spMkLst>
            <pc:docMk/>
            <pc:sldMk cId="3963707669" sldId="258"/>
            <ac:spMk id="53" creationId="{9D181FB5-3AA7-7C64-279F-27802343DD43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57" creationId="{770A0882-2CC2-E082-D804-4DCCBA3A63B5}"/>
          </ac:spMkLst>
        </pc:spChg>
        <pc:spChg chg="mod topLvl">
          <ac:chgData name="Li, Keren" userId="e1111ddd-70b1-4135-8e63-9cc2a369034d" providerId="ADAL" clId="{3A1CCB25-3FF6-59BB-9158-D262B79E7E21}" dt="2026-10-06T13:36:12.383" v="1887" actId="165"/>
          <ac:spMkLst>
            <pc:docMk/>
            <pc:sldMk cId="3963707669" sldId="258"/>
            <ac:spMk id="61" creationId="{F191F7AA-1C4B-C076-8E22-C2B229C23C8B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63" creationId="{68EC8393-9DAC-901A-0B7C-6001BEE6DDE2}"/>
          </ac:spMkLst>
        </pc:spChg>
        <pc:spChg chg="mod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67" creationId="{AABADA05-8A10-654E-FB54-DC984E416D6E}"/>
          </ac:spMkLst>
        </pc:spChg>
        <pc:spChg chg="mod topLvl">
          <ac:chgData name="Li, Keren" userId="e1111ddd-70b1-4135-8e63-9cc2a369034d" providerId="ADAL" clId="{3A1CCB25-3FF6-59BB-9158-D262B79E7E21}" dt="2026-10-06T13:36:12.383" v="1887" actId="165"/>
          <ac:spMkLst>
            <pc:docMk/>
            <pc:sldMk cId="3963707669" sldId="258"/>
            <ac:spMk id="68" creationId="{707DB665-F22B-6FEB-1592-9A4E665C126A}"/>
          </ac:spMkLst>
        </pc:spChg>
        <pc:spChg chg="mod topLvl">
          <ac:chgData name="Li, Keren" userId="e1111ddd-70b1-4135-8e63-9cc2a369034d" providerId="ADAL" clId="{3A1CCB25-3FF6-59BB-9158-D262B79E7E21}" dt="2026-10-06T13:37:42.550" v="1908" actId="164"/>
          <ac:spMkLst>
            <pc:docMk/>
            <pc:sldMk cId="3963707669" sldId="258"/>
            <ac:spMk id="73" creationId="{1A3623DE-E3F8-2440-ED0A-FDD41D33903D}"/>
          </ac:spMkLst>
        </pc:spChg>
        <pc:spChg chg="mod">
          <ac:chgData name="Li, Keren" userId="e1111ddd-70b1-4135-8e63-9cc2a369034d" providerId="ADAL" clId="{3A1CCB25-3FF6-59BB-9158-D262B79E7E21}" dt="2026-10-06T13:37:03.982" v="1906" actId="1076"/>
          <ac:spMkLst>
            <pc:docMk/>
            <pc:sldMk cId="3963707669" sldId="258"/>
            <ac:spMk id="82" creationId="{EE8792C5-DEC0-EACC-CB78-0D5420BA966D}"/>
          </ac:spMkLst>
        </pc:spChg>
      </pc:sldChg>
      <pc:sldChg chg="add del">
        <pc:chgData name="Li, Keren" userId="e1111ddd-70b1-4135-8e63-9cc2a369034d" providerId="ADAL" clId="{3A1CCB25-3FF6-59BB-9158-D262B79E7E21}" dt="2026-10-22T15:33:33.182" v="1978"/>
        <pc:sldMkLst>
          <pc:docMk/>
          <pc:sldMk cId="2852107225" sldId="259"/>
        </pc:sldMkLst>
      </pc:sldChg>
      <pc:sldChg chg="modSp add mod">
        <pc:chgData name="Li, Keren" userId="e1111ddd-70b1-4135-8e63-9cc2a369034d" providerId="ADAL" clId="{3A1CCB25-3FF6-59BB-9158-D262B79E7E21}" dt="2026-10-22T15:33:42.237" v="1982" actId="20577"/>
        <pc:sldMkLst>
          <pc:docMk/>
          <pc:sldMk cId="3705677235" sldId="259"/>
        </pc:sldMkLst>
        <pc:spChg chg="mod">
          <ac:chgData name="Li, Keren" userId="e1111ddd-70b1-4135-8e63-9cc2a369034d" providerId="ADAL" clId="{3A1CCB25-3FF6-59BB-9158-D262B79E7E21}" dt="2026-10-22T15:33:42.237" v="1982" actId="20577"/>
          <ac:spMkLst>
            <pc:docMk/>
            <pc:sldMk cId="3705677235" sldId="259"/>
            <ac:spMk id="68" creationId="{D626313E-C2BA-ED82-68A2-93B027C36C24}"/>
          </ac:spMkLst>
        </pc:spChg>
        <pc:spChg chg="mod">
          <ac:chgData name="Li, Keren" userId="e1111ddd-70b1-4135-8e63-9cc2a369034d" providerId="ADAL" clId="{3A1CCB25-3FF6-59BB-9158-D262B79E7E21}" dt="2026-10-22T15:33:40.772" v="1981" actId="20577"/>
          <ac:spMkLst>
            <pc:docMk/>
            <pc:sldMk cId="3705677235" sldId="259"/>
            <ac:spMk id="75" creationId="{75E3449A-40CB-85AD-AA48-0FE3BD69F2B0}"/>
          </ac:spMkLst>
        </pc:spChg>
      </pc:sldChg>
      <pc:sldMasterChg chg="modSldLayout">
        <pc:chgData name="Li, Keren" userId="e1111ddd-70b1-4135-8e63-9cc2a369034d" providerId="ADAL" clId="{3A1CCB25-3FF6-59BB-9158-D262B79E7E21}" dt="2026-09-25T13:29:29.306" v="1605" actId="478"/>
        <pc:sldMasterMkLst>
          <pc:docMk/>
          <pc:sldMasterMk cId="0" sldId="2147483648"/>
        </pc:sldMasterMkLst>
        <pc:sldLayoutChg chg="delSp mod">
          <pc:chgData name="Li, Keren" userId="e1111ddd-70b1-4135-8e63-9cc2a369034d" providerId="ADAL" clId="{3A1CCB25-3FF6-59BB-9158-D262B79E7E21}" dt="2026-09-25T13:29:29.306" v="1605" actId="478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research basis: DSVM_RepL.pdf, Section 1.1, which describes lifting each point to a local cloud and clouded representatives as distributions summarizing local data. [turn1search35]
- Internal research basis: Linear_Quantile_Analysis_with_Lifted_Empirical_Risk.pdf, Sections 2.1-2.2, which contrasts point representatives with probability-measure-valued clouded representatives retaining location and covariance. [turn1search36]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8A76-C6D6-D27B-EAF8-41F0F969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55A33-190E-E192-71CA-D4C3895FB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DD431-1560-7ABF-598D-417BDF204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research basis: DSVM_RepL.pdf, Section 1.1, which describes lifting each point to a local cloud and clouded representatives as distributions summarizing local data. [turn1search35]
- Internal research basis: Linear_Quantile_Analysis_with_Lifted_Empirical_Risk.pdf, Sections 2.1-2.2, which contrasts point representatives with probability-measure-valued clouded representatives retaining location and covariance. [turn1search36]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8FBCE-44C8-74E7-20A8-9FD1C9645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35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54BE-B16B-A288-C27A-092DCF11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17FF1-AE4C-4B3C-8CB3-D0307A980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5F556-2FBC-E534-82DE-C45B37DDD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research basis: DSVM_RepL.pdf, Section 1.1, which describes lifting each point to a local cloud and clouded representatives as distributions summarizing local data. [turn1search35]
- Internal research basis: Linear_Quantile_Analysis_with_Lifted_Empirical_Risk.pdf, Sections 2.1-2.2, which contrasts point representatives with probability-measure-valued clouded representatives retaining location and covariance. [turn1search36]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4898D-74FB-45E1-F3AA-5291A72DB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5EC0-BEED-41FD-7614-C40C2F2C6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FD3C9-FC57-33BE-4166-D70CCFD07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8D053-1B8E-E1EF-31DD-02B55393F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research basis: DSVM_RepL.pdf, Section 1.1, which describes lifting each point to a local cloud and clouded representatives as distributions summarizing local data. [turn1search35]
- Internal research basis: Linear_Quantile_Analysis_with_Lifted_Empirical_Risk.pdf, Sections 2.1-2.2, which contrasts point representatives with probability-measure-valued clouded representatives retaining location and covariance. [turn1search36]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85441-BE28-55C2-A910-32102EEC4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6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2A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2A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2A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DE7B6EB-358C-C629-BE42-CD3BC49E10DF}"/>
              </a:ext>
            </a:extLst>
          </p:cNvPr>
          <p:cNvGrpSpPr/>
          <p:nvPr/>
        </p:nvGrpSpPr>
        <p:grpSpPr>
          <a:xfrm>
            <a:off x="1419772" y="1854545"/>
            <a:ext cx="6919021" cy="3329360"/>
            <a:chOff x="1419772" y="1854545"/>
            <a:chExt cx="6919021" cy="3329360"/>
          </a:xfrm>
        </p:grpSpPr>
        <p:sp>
          <p:nvSpPr>
            <p:cNvPr id="6" name="Text 4"/>
            <p:cNvSpPr/>
            <p:nvPr/>
          </p:nvSpPr>
          <p:spPr>
            <a:xfrm>
              <a:off x="1700785" y="2641640"/>
              <a:ext cx="2223870" cy="335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/>
                <a:t>Local observed points</a:t>
              </a:r>
            </a:p>
          </p:txBody>
        </p:sp>
        <p:sp>
          <p:nvSpPr>
            <p:cNvPr id="12" name="Text 10"/>
            <p:cNvSpPr/>
            <p:nvPr/>
          </p:nvSpPr>
          <p:spPr>
            <a:xfrm>
              <a:off x="1419772" y="3573892"/>
              <a:ext cx="2278373" cy="980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97B8D"/>
                  </a:solidFill>
                </a:rPr>
                <a:t>Lifted data</a:t>
              </a:r>
            </a:p>
            <a:p>
              <a:r>
                <a:rPr lang="en-US" sz="1400" i="1" dirty="0">
                  <a:solidFill>
                    <a:srgbClr val="7D8793"/>
                  </a:solidFill>
                </a:rPr>
                <a:t>probability clouds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60020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08026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56032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310896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48615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235458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79476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297180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559099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607105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655111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709975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747694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634537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778555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696259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1440180" y="4304498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160020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1920240" y="4551386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208026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2400300" y="4353876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256032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2948940" y="4674830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310896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3326130" y="4378565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48615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2194560" y="4822963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235458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3634740" y="4798274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379476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2811780" y="4230432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297180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5430970" y="4304498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559099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5911030" y="4551386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607105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50"/>
            <p:cNvSpPr/>
            <p:nvPr/>
          </p:nvSpPr>
          <p:spPr>
            <a:xfrm>
              <a:off x="6391090" y="4353876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655111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6939730" y="4674830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709975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/>
            <p:cNvSpPr/>
            <p:nvPr/>
          </p:nvSpPr>
          <p:spPr>
            <a:xfrm>
              <a:off x="7316920" y="4378565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747694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6185350" y="4822963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634537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/>
            <p:cNvSpPr/>
            <p:nvPr/>
          </p:nvSpPr>
          <p:spPr>
            <a:xfrm>
              <a:off x="7625530" y="4798274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778555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6802570" y="4230432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696259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6681412" y="2137410"/>
              <a:ext cx="100584" cy="100584"/>
            </a:xfrm>
            <a:prstGeom prst="ellipse">
              <a:avLst/>
            </a:prstGeom>
            <a:solidFill>
              <a:srgbClr val="D83A3A"/>
            </a:solidFill>
            <a:ln w="15240">
              <a:solidFill>
                <a:srgbClr val="A9212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6912267" y="2079116"/>
              <a:ext cx="1426526" cy="272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324623" y="3637481"/>
              <a:ext cx="2697829" cy="660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i="1" dirty="0">
                  <a:solidFill>
                    <a:srgbClr val="7D8793"/>
                  </a:solidFill>
                </a:rPr>
                <a:t>Distributional/cloud representation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600" b="1" dirty="0">
                  <a:solidFill>
                    <a:srgbClr val="B12A2A"/>
                  </a:solidFill>
                </a:rPr>
                <a:t>Distributional representative</a:t>
              </a:r>
            </a:p>
          </p:txBody>
        </p:sp>
        <p:sp>
          <p:nvSpPr>
            <p:cNvPr id="69" name="Shape 67"/>
            <p:cNvSpPr/>
            <p:nvPr/>
          </p:nvSpPr>
          <p:spPr>
            <a:xfrm>
              <a:off x="4277430" y="2212848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8"/>
            <p:cNvSpPr/>
            <p:nvPr/>
          </p:nvSpPr>
          <p:spPr>
            <a:xfrm>
              <a:off x="4128547" y="1854545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2816352" y="2977398"/>
              <a:ext cx="1" cy="658368"/>
            </a:xfrm>
            <a:prstGeom prst="line">
              <a:avLst/>
            </a:prstGeom>
            <a:noFill/>
            <a:ln w="29210" cap="flat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2292552" y="3159970"/>
              <a:ext cx="731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lift</a:t>
              </a:r>
              <a:endParaRPr lang="en-US" sz="14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4277430" y="4644655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/>
            <p:cNvSpPr/>
            <p:nvPr/>
          </p:nvSpPr>
          <p:spPr>
            <a:xfrm>
              <a:off x="5576871" y="2641828"/>
              <a:ext cx="214964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12A2A"/>
                  </a:solidFill>
                </a:rPr>
                <a:t>Point representative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7D8793"/>
                  </a:solidFill>
                </a:rPr>
                <a:t>single pseudo-observation</a:t>
              </a:r>
              <a:endParaRPr lang="en-US" sz="1400" dirty="0"/>
            </a:p>
          </p:txBody>
        </p:sp>
        <p:sp>
          <p:nvSpPr>
            <p:cNvPr id="2" name="Shape 64">
              <a:extLst>
                <a:ext uri="{FF2B5EF4-FFF2-40B4-BE49-F238E27FC236}">
                  <a16:creationId xmlns:a16="http://schemas.microsoft.com/office/drawing/2014/main" id="{31926BD2-005A-14F0-9BD7-DA8E52A984D7}"/>
                </a:ext>
              </a:extLst>
            </p:cNvPr>
            <p:cNvSpPr/>
            <p:nvPr/>
          </p:nvSpPr>
          <p:spPr>
            <a:xfrm>
              <a:off x="5565288" y="4097104"/>
              <a:ext cx="2275435" cy="1086801"/>
            </a:xfrm>
            <a:prstGeom prst="ellipse">
              <a:avLst/>
            </a:prstGeom>
            <a:gradFill flip="none" rotWithShape="1">
              <a:gsLst>
                <a:gs pos="0">
                  <a:srgbClr val="E45B5B">
                    <a:tint val="66000"/>
                    <a:satMod val="160000"/>
                    <a:alpha val="90110"/>
                  </a:srgbClr>
                </a:gs>
                <a:gs pos="74000">
                  <a:srgbClr val="E45B5B">
                    <a:tint val="44500"/>
                    <a:satMod val="160000"/>
                    <a:alpha val="49684"/>
                  </a:srgbClr>
                </a:gs>
                <a:gs pos="99000">
                  <a:srgbClr val="E45B5B">
                    <a:tint val="23500"/>
                    <a:satMod val="160000"/>
                    <a:alpha val="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7780">
              <a:noFill/>
              <a:prstDash val="solid"/>
            </a:ln>
            <a:effectLst>
              <a:softEdge rad="317500"/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6685984" y="4573789"/>
              <a:ext cx="100584" cy="100584"/>
            </a:xfrm>
            <a:prstGeom prst="ellipse">
              <a:avLst/>
            </a:prstGeom>
            <a:solidFill>
              <a:srgbClr val="C62F2F"/>
            </a:solidFill>
            <a:ln w="12700">
              <a:solidFill>
                <a:srgbClr val="9F2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68">
              <a:extLst>
                <a:ext uri="{FF2B5EF4-FFF2-40B4-BE49-F238E27FC236}">
                  <a16:creationId xmlns:a16="http://schemas.microsoft.com/office/drawing/2014/main" id="{A28C8625-768B-2FCE-502D-BC03BE2B2539}"/>
                </a:ext>
              </a:extLst>
            </p:cNvPr>
            <p:cNvSpPr/>
            <p:nvPr/>
          </p:nvSpPr>
          <p:spPr>
            <a:xfrm>
              <a:off x="4116579" y="4280476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20191-E49A-6634-7CB3-350E2DF0FF98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8" name="Slide Number Placeholder 0">
            <a:extLst>
              <a:ext uri="{FF2B5EF4-FFF2-40B4-BE49-F238E27FC236}">
                <a16:creationId xmlns:a16="http://schemas.microsoft.com/office/drawing/2014/main" id="{DFD72054-5CB2-80B0-6987-5AD2621E20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2A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F89D09B-2FAB-0DD5-D68B-D197CADCA85B}"/>
              </a:ext>
            </a:extLst>
          </p:cNvPr>
          <p:cNvGrpSpPr/>
          <p:nvPr/>
        </p:nvGrpSpPr>
        <p:grpSpPr>
          <a:xfrm>
            <a:off x="1419772" y="1854545"/>
            <a:ext cx="6919021" cy="3329360"/>
            <a:chOff x="1419772" y="1854545"/>
            <a:chExt cx="6919021" cy="3329360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AA359DB-ED1D-F7AA-3F0E-B54547F9C2BD}"/>
                </a:ext>
              </a:extLst>
            </p:cNvPr>
            <p:cNvSpPr/>
            <p:nvPr/>
          </p:nvSpPr>
          <p:spPr>
            <a:xfrm>
              <a:off x="1700785" y="2641640"/>
              <a:ext cx="2223870" cy="335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/>
                <a:t>Local observed points</a:t>
              </a: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1E083273-BC16-8670-3A91-A7B0781B53EE}"/>
                </a:ext>
              </a:extLst>
            </p:cNvPr>
            <p:cNvSpPr/>
            <p:nvPr/>
          </p:nvSpPr>
          <p:spPr>
            <a:xfrm>
              <a:off x="1419772" y="3573892"/>
              <a:ext cx="2278373" cy="980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4">
                      <a:lumMod val="50000"/>
                    </a:schemeClr>
                  </a:solidFill>
                </a:rPr>
                <a:t>Clouded observations</a:t>
              </a:r>
            </a:p>
            <a:p>
              <a:r>
                <a:rPr lang="en-US" sz="1400" i="1" dirty="0">
                  <a:solidFill>
                    <a:srgbClr val="7D8793"/>
                  </a:solidFill>
                </a:rPr>
                <a:t>distributional format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CC3FD884-5888-526A-5588-A029D5D68EEA}"/>
                </a:ext>
              </a:extLst>
            </p:cNvPr>
            <p:cNvSpPr/>
            <p:nvPr/>
          </p:nvSpPr>
          <p:spPr>
            <a:xfrm>
              <a:off x="160020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9B940260-0944-E37F-EAB9-BA85DCB65724}"/>
                </a:ext>
              </a:extLst>
            </p:cNvPr>
            <p:cNvSpPr/>
            <p:nvPr/>
          </p:nvSpPr>
          <p:spPr>
            <a:xfrm>
              <a:off x="208026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915DDC6E-AA74-4F01-21A8-3985B620D783}"/>
                </a:ext>
              </a:extLst>
            </p:cNvPr>
            <p:cNvSpPr/>
            <p:nvPr/>
          </p:nvSpPr>
          <p:spPr>
            <a:xfrm>
              <a:off x="256032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A391C760-7783-867D-3A2A-CEBC9177CBAC}"/>
                </a:ext>
              </a:extLst>
            </p:cNvPr>
            <p:cNvSpPr/>
            <p:nvPr/>
          </p:nvSpPr>
          <p:spPr>
            <a:xfrm>
              <a:off x="310896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147AFFC9-4476-4BAD-7CD3-29E38B8C212F}"/>
                </a:ext>
              </a:extLst>
            </p:cNvPr>
            <p:cNvSpPr/>
            <p:nvPr/>
          </p:nvSpPr>
          <p:spPr>
            <a:xfrm>
              <a:off x="348615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BB4CF548-A976-385A-14DC-E233BE21B89F}"/>
                </a:ext>
              </a:extLst>
            </p:cNvPr>
            <p:cNvSpPr/>
            <p:nvPr/>
          </p:nvSpPr>
          <p:spPr>
            <a:xfrm>
              <a:off x="235458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4B097339-D500-B206-45DA-C7FDF7853DF5}"/>
                </a:ext>
              </a:extLst>
            </p:cNvPr>
            <p:cNvSpPr/>
            <p:nvPr/>
          </p:nvSpPr>
          <p:spPr>
            <a:xfrm>
              <a:off x="379476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08ED7000-B9EB-F241-CA46-724210DA34AC}"/>
                </a:ext>
              </a:extLst>
            </p:cNvPr>
            <p:cNvSpPr/>
            <p:nvPr/>
          </p:nvSpPr>
          <p:spPr>
            <a:xfrm>
              <a:off x="297180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3478C005-2BE5-615A-C16A-03AC80C7A49A}"/>
                </a:ext>
              </a:extLst>
            </p:cNvPr>
            <p:cNvSpPr/>
            <p:nvPr/>
          </p:nvSpPr>
          <p:spPr>
            <a:xfrm>
              <a:off x="559099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15A0896A-0CA3-F512-54FB-17C11C905A7F}"/>
                </a:ext>
              </a:extLst>
            </p:cNvPr>
            <p:cNvSpPr/>
            <p:nvPr/>
          </p:nvSpPr>
          <p:spPr>
            <a:xfrm>
              <a:off x="607105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50CFBCF7-23E6-982D-21BE-47B5CFFCB8A9}"/>
                </a:ext>
              </a:extLst>
            </p:cNvPr>
            <p:cNvSpPr/>
            <p:nvPr/>
          </p:nvSpPr>
          <p:spPr>
            <a:xfrm>
              <a:off x="655111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3C1F3372-BF7E-46A2-F6EA-E2BDDECC8220}"/>
                </a:ext>
              </a:extLst>
            </p:cNvPr>
            <p:cNvSpPr/>
            <p:nvPr/>
          </p:nvSpPr>
          <p:spPr>
            <a:xfrm>
              <a:off x="709975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86F1C43A-ED9E-7CBE-6238-BB34C0AA3B56}"/>
                </a:ext>
              </a:extLst>
            </p:cNvPr>
            <p:cNvSpPr/>
            <p:nvPr/>
          </p:nvSpPr>
          <p:spPr>
            <a:xfrm>
              <a:off x="747694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7EC8BB86-924E-B0E9-E73F-6A7AB7C4A876}"/>
                </a:ext>
              </a:extLst>
            </p:cNvPr>
            <p:cNvSpPr/>
            <p:nvPr/>
          </p:nvSpPr>
          <p:spPr>
            <a:xfrm>
              <a:off x="634537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D136BD02-63A8-2411-09A8-1FB71455A3F0}"/>
                </a:ext>
              </a:extLst>
            </p:cNvPr>
            <p:cNvSpPr/>
            <p:nvPr/>
          </p:nvSpPr>
          <p:spPr>
            <a:xfrm>
              <a:off x="778555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2055CB3E-622C-2346-476B-67FCD58C7FCA}"/>
                </a:ext>
              </a:extLst>
            </p:cNvPr>
            <p:cNvSpPr/>
            <p:nvPr/>
          </p:nvSpPr>
          <p:spPr>
            <a:xfrm>
              <a:off x="696259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6D881C72-1371-150B-AD70-EFC47D11BEDA}"/>
                </a:ext>
              </a:extLst>
            </p:cNvPr>
            <p:cNvSpPr/>
            <p:nvPr/>
          </p:nvSpPr>
          <p:spPr>
            <a:xfrm>
              <a:off x="1440180" y="4304498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0BC3674F-C955-2F41-CF31-5C4577A93A6D}"/>
                </a:ext>
              </a:extLst>
            </p:cNvPr>
            <p:cNvSpPr/>
            <p:nvPr/>
          </p:nvSpPr>
          <p:spPr>
            <a:xfrm>
              <a:off x="160020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23E202BF-ED33-17F2-9311-E05017AB17AE}"/>
                </a:ext>
              </a:extLst>
            </p:cNvPr>
            <p:cNvSpPr/>
            <p:nvPr/>
          </p:nvSpPr>
          <p:spPr>
            <a:xfrm>
              <a:off x="1920240" y="4551386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AAA92DE0-9FCE-CF23-9E28-D14E2B83372D}"/>
                </a:ext>
              </a:extLst>
            </p:cNvPr>
            <p:cNvSpPr/>
            <p:nvPr/>
          </p:nvSpPr>
          <p:spPr>
            <a:xfrm>
              <a:off x="208026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7C5B1FA3-E674-BFFA-F67C-84F191C1EAD4}"/>
                </a:ext>
              </a:extLst>
            </p:cNvPr>
            <p:cNvSpPr/>
            <p:nvPr/>
          </p:nvSpPr>
          <p:spPr>
            <a:xfrm>
              <a:off x="2400300" y="4353876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D4F272BF-BB63-3CB2-E98A-6A70102287AE}"/>
                </a:ext>
              </a:extLst>
            </p:cNvPr>
            <p:cNvSpPr/>
            <p:nvPr/>
          </p:nvSpPr>
          <p:spPr>
            <a:xfrm>
              <a:off x="256032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24B3217A-2667-6B90-F944-056369E82F42}"/>
                </a:ext>
              </a:extLst>
            </p:cNvPr>
            <p:cNvSpPr/>
            <p:nvPr/>
          </p:nvSpPr>
          <p:spPr>
            <a:xfrm>
              <a:off x="2948940" y="4674830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61DB4F32-B487-0202-B73A-F0E514EC5F78}"/>
                </a:ext>
              </a:extLst>
            </p:cNvPr>
            <p:cNvSpPr/>
            <p:nvPr/>
          </p:nvSpPr>
          <p:spPr>
            <a:xfrm>
              <a:off x="310896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16D037F1-5B4D-7402-D430-E6FF263EF27D}"/>
                </a:ext>
              </a:extLst>
            </p:cNvPr>
            <p:cNvSpPr/>
            <p:nvPr/>
          </p:nvSpPr>
          <p:spPr>
            <a:xfrm>
              <a:off x="3326130" y="4378565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F9AEE82A-37C4-6B01-6780-D0DF00A430EB}"/>
                </a:ext>
              </a:extLst>
            </p:cNvPr>
            <p:cNvSpPr/>
            <p:nvPr/>
          </p:nvSpPr>
          <p:spPr>
            <a:xfrm>
              <a:off x="348615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F1AF5F1A-F3C2-2ECF-232A-ECA78D025D26}"/>
                </a:ext>
              </a:extLst>
            </p:cNvPr>
            <p:cNvSpPr/>
            <p:nvPr/>
          </p:nvSpPr>
          <p:spPr>
            <a:xfrm>
              <a:off x="2194560" y="4822963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869DC29B-B850-C3F9-C042-2D3A49D3D3B4}"/>
                </a:ext>
              </a:extLst>
            </p:cNvPr>
            <p:cNvSpPr/>
            <p:nvPr/>
          </p:nvSpPr>
          <p:spPr>
            <a:xfrm>
              <a:off x="235458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8A1C4F17-86AB-8680-894B-80D0E4A11BE0}"/>
                </a:ext>
              </a:extLst>
            </p:cNvPr>
            <p:cNvSpPr/>
            <p:nvPr/>
          </p:nvSpPr>
          <p:spPr>
            <a:xfrm>
              <a:off x="3634740" y="4798274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C85628E8-F8EE-2AFD-949E-3E4CCA6E9A2F}"/>
                </a:ext>
              </a:extLst>
            </p:cNvPr>
            <p:cNvSpPr/>
            <p:nvPr/>
          </p:nvSpPr>
          <p:spPr>
            <a:xfrm>
              <a:off x="379476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E3344ECE-CB62-30BA-570F-9CEE08301911}"/>
                </a:ext>
              </a:extLst>
            </p:cNvPr>
            <p:cNvSpPr/>
            <p:nvPr/>
          </p:nvSpPr>
          <p:spPr>
            <a:xfrm>
              <a:off x="2811780" y="4230432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F5DF908F-DC79-0024-8ABB-AC3D17875467}"/>
                </a:ext>
              </a:extLst>
            </p:cNvPr>
            <p:cNvSpPr/>
            <p:nvPr/>
          </p:nvSpPr>
          <p:spPr>
            <a:xfrm>
              <a:off x="297180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16982F9F-789E-A2B3-8660-8637482FB767}"/>
                </a:ext>
              </a:extLst>
            </p:cNvPr>
            <p:cNvSpPr/>
            <p:nvPr/>
          </p:nvSpPr>
          <p:spPr>
            <a:xfrm>
              <a:off x="5430970" y="4304498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347C4971-8A54-B5CD-4612-161C5A91A978}"/>
                </a:ext>
              </a:extLst>
            </p:cNvPr>
            <p:cNvSpPr/>
            <p:nvPr/>
          </p:nvSpPr>
          <p:spPr>
            <a:xfrm>
              <a:off x="559099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6A4B3CA9-24E5-00A5-7F5E-84C6F5C6B248}"/>
                </a:ext>
              </a:extLst>
            </p:cNvPr>
            <p:cNvSpPr/>
            <p:nvPr/>
          </p:nvSpPr>
          <p:spPr>
            <a:xfrm>
              <a:off x="5911030" y="4551386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>
              <a:extLst>
                <a:ext uri="{FF2B5EF4-FFF2-40B4-BE49-F238E27FC236}">
                  <a16:creationId xmlns:a16="http://schemas.microsoft.com/office/drawing/2014/main" id="{1C715301-1542-A224-D8ED-FF28D81CE8FE}"/>
                </a:ext>
              </a:extLst>
            </p:cNvPr>
            <p:cNvSpPr/>
            <p:nvPr/>
          </p:nvSpPr>
          <p:spPr>
            <a:xfrm>
              <a:off x="607105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88F71D96-39FC-8D57-194D-B64920C5B629}"/>
                </a:ext>
              </a:extLst>
            </p:cNvPr>
            <p:cNvSpPr/>
            <p:nvPr/>
          </p:nvSpPr>
          <p:spPr>
            <a:xfrm>
              <a:off x="6391090" y="4353876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>
              <a:extLst>
                <a:ext uri="{FF2B5EF4-FFF2-40B4-BE49-F238E27FC236}">
                  <a16:creationId xmlns:a16="http://schemas.microsoft.com/office/drawing/2014/main" id="{291A38E8-0054-AD44-39CC-FFCFD9E3DE8A}"/>
                </a:ext>
              </a:extLst>
            </p:cNvPr>
            <p:cNvSpPr/>
            <p:nvPr/>
          </p:nvSpPr>
          <p:spPr>
            <a:xfrm>
              <a:off x="655111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B84DDA1B-6082-F2CA-B635-473EFF38FF01}"/>
                </a:ext>
              </a:extLst>
            </p:cNvPr>
            <p:cNvSpPr/>
            <p:nvPr/>
          </p:nvSpPr>
          <p:spPr>
            <a:xfrm>
              <a:off x="6939730" y="4674830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E61C89AC-283C-750F-8FDD-8EAA97D666F0}"/>
                </a:ext>
              </a:extLst>
            </p:cNvPr>
            <p:cNvSpPr/>
            <p:nvPr/>
          </p:nvSpPr>
          <p:spPr>
            <a:xfrm>
              <a:off x="709975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>
              <a:extLst>
                <a:ext uri="{FF2B5EF4-FFF2-40B4-BE49-F238E27FC236}">
                  <a16:creationId xmlns:a16="http://schemas.microsoft.com/office/drawing/2014/main" id="{0A0AF1C3-BC65-133F-0308-190C8AADD231}"/>
                </a:ext>
              </a:extLst>
            </p:cNvPr>
            <p:cNvSpPr/>
            <p:nvPr/>
          </p:nvSpPr>
          <p:spPr>
            <a:xfrm>
              <a:off x="7316920" y="4378565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>
              <a:extLst>
                <a:ext uri="{FF2B5EF4-FFF2-40B4-BE49-F238E27FC236}">
                  <a16:creationId xmlns:a16="http://schemas.microsoft.com/office/drawing/2014/main" id="{8AD144F9-FD01-3D54-1CF6-717E67913162}"/>
                </a:ext>
              </a:extLst>
            </p:cNvPr>
            <p:cNvSpPr/>
            <p:nvPr/>
          </p:nvSpPr>
          <p:spPr>
            <a:xfrm>
              <a:off x="747694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>
              <a:extLst>
                <a:ext uri="{FF2B5EF4-FFF2-40B4-BE49-F238E27FC236}">
                  <a16:creationId xmlns:a16="http://schemas.microsoft.com/office/drawing/2014/main" id="{3976BD88-AD48-0010-598C-07BAEAFDF8C1}"/>
                </a:ext>
              </a:extLst>
            </p:cNvPr>
            <p:cNvSpPr/>
            <p:nvPr/>
          </p:nvSpPr>
          <p:spPr>
            <a:xfrm>
              <a:off x="6185350" y="4822963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08C490FD-5C00-F663-E527-4CDCC6AF8D4A}"/>
                </a:ext>
              </a:extLst>
            </p:cNvPr>
            <p:cNvSpPr/>
            <p:nvPr/>
          </p:nvSpPr>
          <p:spPr>
            <a:xfrm>
              <a:off x="634537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>
              <a:extLst>
                <a:ext uri="{FF2B5EF4-FFF2-40B4-BE49-F238E27FC236}">
                  <a16:creationId xmlns:a16="http://schemas.microsoft.com/office/drawing/2014/main" id="{1CED35D4-2BA9-63B1-AC70-D7480430BE2C}"/>
                </a:ext>
              </a:extLst>
            </p:cNvPr>
            <p:cNvSpPr/>
            <p:nvPr/>
          </p:nvSpPr>
          <p:spPr>
            <a:xfrm>
              <a:off x="7625530" y="4798274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>
              <a:extLst>
                <a:ext uri="{FF2B5EF4-FFF2-40B4-BE49-F238E27FC236}">
                  <a16:creationId xmlns:a16="http://schemas.microsoft.com/office/drawing/2014/main" id="{18BCB35F-7303-26A5-75CA-BECC47CBB7B5}"/>
                </a:ext>
              </a:extLst>
            </p:cNvPr>
            <p:cNvSpPr/>
            <p:nvPr/>
          </p:nvSpPr>
          <p:spPr>
            <a:xfrm>
              <a:off x="778555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>
              <a:extLst>
                <a:ext uri="{FF2B5EF4-FFF2-40B4-BE49-F238E27FC236}">
                  <a16:creationId xmlns:a16="http://schemas.microsoft.com/office/drawing/2014/main" id="{DFC8F13D-1B14-9E2D-5B62-671291BDD594}"/>
                </a:ext>
              </a:extLst>
            </p:cNvPr>
            <p:cNvSpPr/>
            <p:nvPr/>
          </p:nvSpPr>
          <p:spPr>
            <a:xfrm>
              <a:off x="6802570" y="4230432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2097F114-2AE4-5B17-D464-9590CDED9ABA}"/>
                </a:ext>
              </a:extLst>
            </p:cNvPr>
            <p:cNvSpPr/>
            <p:nvPr/>
          </p:nvSpPr>
          <p:spPr>
            <a:xfrm>
              <a:off x="696259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786FE24F-5324-55D6-E5F3-B2DF39E6D321}"/>
                </a:ext>
              </a:extLst>
            </p:cNvPr>
            <p:cNvSpPr/>
            <p:nvPr/>
          </p:nvSpPr>
          <p:spPr>
            <a:xfrm>
              <a:off x="6681412" y="2137410"/>
              <a:ext cx="100584" cy="100584"/>
            </a:xfrm>
            <a:prstGeom prst="ellipse">
              <a:avLst/>
            </a:prstGeom>
            <a:solidFill>
              <a:srgbClr val="D83A3A"/>
            </a:solidFill>
            <a:ln w="15240">
              <a:solidFill>
                <a:srgbClr val="A9212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BDB7DD76-0FE0-5F7B-8C2D-DEC0E7393621}"/>
                </a:ext>
              </a:extLst>
            </p:cNvPr>
            <p:cNvSpPr/>
            <p:nvPr/>
          </p:nvSpPr>
          <p:spPr>
            <a:xfrm>
              <a:off x="6912267" y="2079116"/>
              <a:ext cx="1426526" cy="272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92AF153A-C6AE-F0C6-F9DF-883D421542A2}"/>
                </a:ext>
              </a:extLst>
            </p:cNvPr>
            <p:cNvSpPr/>
            <p:nvPr/>
          </p:nvSpPr>
          <p:spPr>
            <a:xfrm>
              <a:off x="5587380" y="3637481"/>
              <a:ext cx="2697829" cy="660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i="1" dirty="0">
                  <a:solidFill>
                    <a:srgbClr val="7D8793"/>
                  </a:solidFill>
                </a:rPr>
                <a:t>Distributional/cloud representation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600" b="1" dirty="0">
                  <a:solidFill>
                    <a:srgbClr val="B12A2A"/>
                  </a:solidFill>
                </a:rPr>
                <a:t>Clouded representative</a:t>
              </a:r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A1E89D6E-4B1A-8814-BCAA-94B779D91735}"/>
                </a:ext>
              </a:extLst>
            </p:cNvPr>
            <p:cNvSpPr/>
            <p:nvPr/>
          </p:nvSpPr>
          <p:spPr>
            <a:xfrm>
              <a:off x="4277430" y="2212848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8">
              <a:extLst>
                <a:ext uri="{FF2B5EF4-FFF2-40B4-BE49-F238E27FC236}">
                  <a16:creationId xmlns:a16="http://schemas.microsoft.com/office/drawing/2014/main" id="{C7095C53-5C26-C78E-CB59-D98FD374B736}"/>
                </a:ext>
              </a:extLst>
            </p:cNvPr>
            <p:cNvSpPr/>
            <p:nvPr/>
          </p:nvSpPr>
          <p:spPr>
            <a:xfrm>
              <a:off x="4128547" y="1854545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  <p:sp>
          <p:nvSpPr>
            <p:cNvPr id="71" name="Shape 69">
              <a:extLst>
                <a:ext uri="{FF2B5EF4-FFF2-40B4-BE49-F238E27FC236}">
                  <a16:creationId xmlns:a16="http://schemas.microsoft.com/office/drawing/2014/main" id="{65CB0976-B090-1C0E-ACC4-130D4B010695}"/>
                </a:ext>
              </a:extLst>
            </p:cNvPr>
            <p:cNvSpPr/>
            <p:nvPr/>
          </p:nvSpPr>
          <p:spPr>
            <a:xfrm>
              <a:off x="2816352" y="2977398"/>
              <a:ext cx="1" cy="658368"/>
            </a:xfrm>
            <a:prstGeom prst="line">
              <a:avLst/>
            </a:prstGeom>
            <a:noFill/>
            <a:ln w="29210" cap="flat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Text 70">
              <a:extLst>
                <a:ext uri="{FF2B5EF4-FFF2-40B4-BE49-F238E27FC236}">
                  <a16:creationId xmlns:a16="http://schemas.microsoft.com/office/drawing/2014/main" id="{303C2863-C8BE-8461-79E0-36BC099FE873}"/>
                </a:ext>
              </a:extLst>
            </p:cNvPr>
            <p:cNvSpPr/>
            <p:nvPr/>
          </p:nvSpPr>
          <p:spPr>
            <a:xfrm>
              <a:off x="2292552" y="3159970"/>
              <a:ext cx="731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lift</a:t>
              </a:r>
              <a:endParaRPr lang="en-US" sz="1400" dirty="0"/>
            </a:p>
          </p:txBody>
        </p:sp>
        <p:sp>
          <p:nvSpPr>
            <p:cNvPr id="73" name="Shape 71">
              <a:extLst>
                <a:ext uri="{FF2B5EF4-FFF2-40B4-BE49-F238E27FC236}">
                  <a16:creationId xmlns:a16="http://schemas.microsoft.com/office/drawing/2014/main" id="{ECEB2ACE-524B-D667-D61B-D76623430565}"/>
                </a:ext>
              </a:extLst>
            </p:cNvPr>
            <p:cNvSpPr/>
            <p:nvPr/>
          </p:nvSpPr>
          <p:spPr>
            <a:xfrm>
              <a:off x="4277430" y="4644655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>
              <a:extLst>
                <a:ext uri="{FF2B5EF4-FFF2-40B4-BE49-F238E27FC236}">
                  <a16:creationId xmlns:a16="http://schemas.microsoft.com/office/drawing/2014/main" id="{8E1D9DCF-2101-87CB-25BC-02613D507297}"/>
                </a:ext>
              </a:extLst>
            </p:cNvPr>
            <p:cNvSpPr/>
            <p:nvPr/>
          </p:nvSpPr>
          <p:spPr>
            <a:xfrm>
              <a:off x="5576871" y="2641828"/>
              <a:ext cx="214964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12A2A"/>
                  </a:solidFill>
                </a:rPr>
                <a:t>Point representative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7D8793"/>
                  </a:solidFill>
                </a:rPr>
                <a:t>single pseudo-observation</a:t>
              </a:r>
              <a:endParaRPr lang="en-US" sz="1400" dirty="0"/>
            </a:p>
          </p:txBody>
        </p:sp>
        <p:sp>
          <p:nvSpPr>
            <p:cNvPr id="2" name="Shape 64">
              <a:extLst>
                <a:ext uri="{FF2B5EF4-FFF2-40B4-BE49-F238E27FC236}">
                  <a16:creationId xmlns:a16="http://schemas.microsoft.com/office/drawing/2014/main" id="{D473D0D3-5E32-6951-67D7-9D077DFDA590}"/>
                </a:ext>
              </a:extLst>
            </p:cNvPr>
            <p:cNvSpPr/>
            <p:nvPr/>
          </p:nvSpPr>
          <p:spPr>
            <a:xfrm>
              <a:off x="5565288" y="4097104"/>
              <a:ext cx="2275435" cy="1086801"/>
            </a:xfrm>
            <a:prstGeom prst="ellipse">
              <a:avLst/>
            </a:prstGeom>
            <a:gradFill flip="none" rotWithShape="1">
              <a:gsLst>
                <a:gs pos="0">
                  <a:srgbClr val="E45B5B">
                    <a:tint val="66000"/>
                    <a:satMod val="160000"/>
                    <a:alpha val="90110"/>
                  </a:srgbClr>
                </a:gs>
                <a:gs pos="74000">
                  <a:srgbClr val="E45B5B">
                    <a:tint val="44500"/>
                    <a:satMod val="160000"/>
                    <a:alpha val="49684"/>
                  </a:srgbClr>
                </a:gs>
                <a:gs pos="99000">
                  <a:srgbClr val="E45B5B">
                    <a:tint val="23500"/>
                    <a:satMod val="160000"/>
                    <a:alpha val="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7780">
              <a:noFill/>
              <a:prstDash val="solid"/>
            </a:ln>
            <a:effectLst>
              <a:softEdge rad="317500"/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>
              <a:extLst>
                <a:ext uri="{FF2B5EF4-FFF2-40B4-BE49-F238E27FC236}">
                  <a16:creationId xmlns:a16="http://schemas.microsoft.com/office/drawing/2014/main" id="{62F5F0C4-1946-3F72-5142-A7198A95429F}"/>
                </a:ext>
              </a:extLst>
            </p:cNvPr>
            <p:cNvSpPr/>
            <p:nvPr/>
          </p:nvSpPr>
          <p:spPr>
            <a:xfrm>
              <a:off x="6685984" y="4573789"/>
              <a:ext cx="100584" cy="100584"/>
            </a:xfrm>
            <a:prstGeom prst="ellipse">
              <a:avLst/>
            </a:prstGeom>
            <a:solidFill>
              <a:srgbClr val="C62F2F"/>
            </a:solidFill>
            <a:ln w="12700">
              <a:solidFill>
                <a:srgbClr val="9F2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68">
              <a:extLst>
                <a:ext uri="{FF2B5EF4-FFF2-40B4-BE49-F238E27FC236}">
                  <a16:creationId xmlns:a16="http://schemas.microsoft.com/office/drawing/2014/main" id="{957ADE4B-64B6-99C5-DF03-964ED3C1114E}"/>
                </a:ext>
              </a:extLst>
            </p:cNvPr>
            <p:cNvSpPr/>
            <p:nvPr/>
          </p:nvSpPr>
          <p:spPr>
            <a:xfrm>
              <a:off x="4116579" y="4280476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207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5536-2A2E-7637-31B0-CE81C607B6B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8" name="Slide Number Placeholder 0">
            <a:extLst>
              <a:ext uri="{FF2B5EF4-FFF2-40B4-BE49-F238E27FC236}">
                <a16:creationId xmlns:a16="http://schemas.microsoft.com/office/drawing/2014/main" id="{AE627A89-AD05-1D99-7DC9-105A2A6673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2A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9E4094-EC5E-E89C-AE4A-DB5DC8063D61}"/>
              </a:ext>
            </a:extLst>
          </p:cNvPr>
          <p:cNvGrpSpPr/>
          <p:nvPr/>
        </p:nvGrpSpPr>
        <p:grpSpPr>
          <a:xfrm>
            <a:off x="1600200" y="1854545"/>
            <a:ext cx="6738593" cy="3329360"/>
            <a:chOff x="1600200" y="1854545"/>
            <a:chExt cx="6738593" cy="3329360"/>
          </a:xfrm>
        </p:grpSpPr>
        <p:sp>
          <p:nvSpPr>
            <p:cNvPr id="2" name="Shape 64">
              <a:extLst>
                <a:ext uri="{FF2B5EF4-FFF2-40B4-BE49-F238E27FC236}">
                  <a16:creationId xmlns:a16="http://schemas.microsoft.com/office/drawing/2014/main" id="{CBD4E324-9410-CA25-7B84-A55F548B8293}"/>
                </a:ext>
              </a:extLst>
            </p:cNvPr>
            <p:cNvSpPr/>
            <p:nvPr/>
          </p:nvSpPr>
          <p:spPr>
            <a:xfrm>
              <a:off x="5565288" y="4097104"/>
              <a:ext cx="2275435" cy="1086801"/>
            </a:xfrm>
            <a:prstGeom prst="ellipse">
              <a:avLst/>
            </a:prstGeom>
            <a:gradFill flip="none" rotWithShape="1">
              <a:gsLst>
                <a:gs pos="0">
                  <a:srgbClr val="E45B5B">
                    <a:tint val="66000"/>
                    <a:satMod val="160000"/>
                    <a:alpha val="90110"/>
                  </a:srgbClr>
                </a:gs>
                <a:gs pos="74000">
                  <a:srgbClr val="E45B5B">
                    <a:tint val="44500"/>
                    <a:satMod val="160000"/>
                    <a:alpha val="49684"/>
                  </a:srgbClr>
                </a:gs>
                <a:gs pos="99000">
                  <a:srgbClr val="E45B5B">
                    <a:tint val="23500"/>
                    <a:satMod val="160000"/>
                    <a:alpha val="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7780">
              <a:noFill/>
              <a:prstDash val="solid"/>
            </a:ln>
            <a:effectLst>
              <a:softEdge rad="317500"/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54A3E1C0-9A49-221C-E4B7-8BFBC36A3280}"/>
                </a:ext>
              </a:extLst>
            </p:cNvPr>
            <p:cNvSpPr/>
            <p:nvPr/>
          </p:nvSpPr>
          <p:spPr>
            <a:xfrm>
              <a:off x="1700785" y="2641640"/>
              <a:ext cx="2223870" cy="335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/>
                <a:t>Local observed points</a:t>
              </a: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4E7961EC-3641-2DE2-94CD-6BE5E62435F2}"/>
                </a:ext>
              </a:extLst>
            </p:cNvPr>
            <p:cNvSpPr/>
            <p:nvPr/>
          </p:nvSpPr>
          <p:spPr>
            <a:xfrm>
              <a:off x="160020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9C662440-34AE-7F9E-B75C-0B4990A977F4}"/>
                </a:ext>
              </a:extLst>
            </p:cNvPr>
            <p:cNvSpPr/>
            <p:nvPr/>
          </p:nvSpPr>
          <p:spPr>
            <a:xfrm>
              <a:off x="208026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5796E0AA-75AA-6849-1BBB-46383F404FEC}"/>
                </a:ext>
              </a:extLst>
            </p:cNvPr>
            <p:cNvSpPr/>
            <p:nvPr/>
          </p:nvSpPr>
          <p:spPr>
            <a:xfrm>
              <a:off x="256032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F1C63271-FF1E-8478-1BF1-78F0A9082174}"/>
                </a:ext>
              </a:extLst>
            </p:cNvPr>
            <p:cNvSpPr/>
            <p:nvPr/>
          </p:nvSpPr>
          <p:spPr>
            <a:xfrm>
              <a:off x="310896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98542297-88D9-F624-4FD3-DC8BC4A70380}"/>
                </a:ext>
              </a:extLst>
            </p:cNvPr>
            <p:cNvSpPr/>
            <p:nvPr/>
          </p:nvSpPr>
          <p:spPr>
            <a:xfrm>
              <a:off x="348615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03B10808-27ED-2050-A1B3-45E7738249F4}"/>
                </a:ext>
              </a:extLst>
            </p:cNvPr>
            <p:cNvSpPr/>
            <p:nvPr/>
          </p:nvSpPr>
          <p:spPr>
            <a:xfrm>
              <a:off x="235458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06ADF65E-D2A7-5187-626E-8B8B107906FB}"/>
                </a:ext>
              </a:extLst>
            </p:cNvPr>
            <p:cNvSpPr/>
            <p:nvPr/>
          </p:nvSpPr>
          <p:spPr>
            <a:xfrm>
              <a:off x="379476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921D0466-EC94-6C99-8FA3-E28C34A06253}"/>
                </a:ext>
              </a:extLst>
            </p:cNvPr>
            <p:cNvSpPr/>
            <p:nvPr/>
          </p:nvSpPr>
          <p:spPr>
            <a:xfrm>
              <a:off x="297180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797A4F02-E444-403D-BF84-B67FBDD07D80}"/>
                </a:ext>
              </a:extLst>
            </p:cNvPr>
            <p:cNvSpPr/>
            <p:nvPr/>
          </p:nvSpPr>
          <p:spPr>
            <a:xfrm>
              <a:off x="559099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43C4BD62-2693-427E-6544-F8D95D5A0652}"/>
                </a:ext>
              </a:extLst>
            </p:cNvPr>
            <p:cNvSpPr/>
            <p:nvPr/>
          </p:nvSpPr>
          <p:spPr>
            <a:xfrm>
              <a:off x="607105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DF5EC8BE-A451-A6EC-1130-0D0031DCAFCA}"/>
                </a:ext>
              </a:extLst>
            </p:cNvPr>
            <p:cNvSpPr/>
            <p:nvPr/>
          </p:nvSpPr>
          <p:spPr>
            <a:xfrm>
              <a:off x="655111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EBA074D3-F6A8-C7C1-5684-E984EC4C405F}"/>
                </a:ext>
              </a:extLst>
            </p:cNvPr>
            <p:cNvSpPr/>
            <p:nvPr/>
          </p:nvSpPr>
          <p:spPr>
            <a:xfrm>
              <a:off x="709975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7FC7B17B-310F-1538-770F-AB22852D020D}"/>
                </a:ext>
              </a:extLst>
            </p:cNvPr>
            <p:cNvSpPr/>
            <p:nvPr/>
          </p:nvSpPr>
          <p:spPr>
            <a:xfrm>
              <a:off x="747694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4082FE50-BBF3-0E32-A389-5230B04A3F1F}"/>
                </a:ext>
              </a:extLst>
            </p:cNvPr>
            <p:cNvSpPr/>
            <p:nvPr/>
          </p:nvSpPr>
          <p:spPr>
            <a:xfrm>
              <a:off x="634537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980ED81F-D634-F925-2763-72D426E9BE65}"/>
                </a:ext>
              </a:extLst>
            </p:cNvPr>
            <p:cNvSpPr/>
            <p:nvPr/>
          </p:nvSpPr>
          <p:spPr>
            <a:xfrm>
              <a:off x="778555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9A23A69F-A221-FE9C-4687-C4D46807A2DC}"/>
                </a:ext>
              </a:extLst>
            </p:cNvPr>
            <p:cNvSpPr/>
            <p:nvPr/>
          </p:nvSpPr>
          <p:spPr>
            <a:xfrm>
              <a:off x="696259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82F97FB0-9CA4-C632-0C90-F0957CA97FA4}"/>
                </a:ext>
              </a:extLst>
            </p:cNvPr>
            <p:cNvSpPr/>
            <p:nvPr/>
          </p:nvSpPr>
          <p:spPr>
            <a:xfrm>
              <a:off x="559099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>
              <a:extLst>
                <a:ext uri="{FF2B5EF4-FFF2-40B4-BE49-F238E27FC236}">
                  <a16:creationId xmlns:a16="http://schemas.microsoft.com/office/drawing/2014/main" id="{3B5E43CC-1349-5E8E-626D-D70A36143602}"/>
                </a:ext>
              </a:extLst>
            </p:cNvPr>
            <p:cNvSpPr/>
            <p:nvPr/>
          </p:nvSpPr>
          <p:spPr>
            <a:xfrm>
              <a:off x="607105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>
              <a:extLst>
                <a:ext uri="{FF2B5EF4-FFF2-40B4-BE49-F238E27FC236}">
                  <a16:creationId xmlns:a16="http://schemas.microsoft.com/office/drawing/2014/main" id="{9D181FB5-3AA7-7C64-279F-27802343DD43}"/>
                </a:ext>
              </a:extLst>
            </p:cNvPr>
            <p:cNvSpPr/>
            <p:nvPr/>
          </p:nvSpPr>
          <p:spPr>
            <a:xfrm>
              <a:off x="655111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5A3ED14E-5D89-37C0-BCDA-3F74450FCBD6}"/>
                </a:ext>
              </a:extLst>
            </p:cNvPr>
            <p:cNvSpPr/>
            <p:nvPr/>
          </p:nvSpPr>
          <p:spPr>
            <a:xfrm>
              <a:off x="709975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>
              <a:extLst>
                <a:ext uri="{FF2B5EF4-FFF2-40B4-BE49-F238E27FC236}">
                  <a16:creationId xmlns:a16="http://schemas.microsoft.com/office/drawing/2014/main" id="{770A0882-2CC2-E082-D804-4DCCBA3A63B5}"/>
                </a:ext>
              </a:extLst>
            </p:cNvPr>
            <p:cNvSpPr/>
            <p:nvPr/>
          </p:nvSpPr>
          <p:spPr>
            <a:xfrm>
              <a:off x="747694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6808A2B4-4377-EB1E-F64A-99CE20F3CD8D}"/>
                </a:ext>
              </a:extLst>
            </p:cNvPr>
            <p:cNvSpPr/>
            <p:nvPr/>
          </p:nvSpPr>
          <p:spPr>
            <a:xfrm>
              <a:off x="634537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>
              <a:extLst>
                <a:ext uri="{FF2B5EF4-FFF2-40B4-BE49-F238E27FC236}">
                  <a16:creationId xmlns:a16="http://schemas.microsoft.com/office/drawing/2014/main" id="{F191F7AA-1C4B-C076-8E22-C2B229C23C8B}"/>
                </a:ext>
              </a:extLst>
            </p:cNvPr>
            <p:cNvSpPr/>
            <p:nvPr/>
          </p:nvSpPr>
          <p:spPr>
            <a:xfrm>
              <a:off x="778555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68EC8393-9DAC-901A-0B7C-6001BEE6DDE2}"/>
                </a:ext>
              </a:extLst>
            </p:cNvPr>
            <p:cNvSpPr/>
            <p:nvPr/>
          </p:nvSpPr>
          <p:spPr>
            <a:xfrm>
              <a:off x="696259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F22DC007-9DAE-1E09-7319-76F9AD9DB6BA}"/>
                </a:ext>
              </a:extLst>
            </p:cNvPr>
            <p:cNvSpPr/>
            <p:nvPr/>
          </p:nvSpPr>
          <p:spPr>
            <a:xfrm>
              <a:off x="6681412" y="2137410"/>
              <a:ext cx="100584" cy="100584"/>
            </a:xfrm>
            <a:prstGeom prst="ellipse">
              <a:avLst/>
            </a:prstGeom>
            <a:solidFill>
              <a:srgbClr val="D83A3A"/>
            </a:solidFill>
            <a:ln w="15240">
              <a:solidFill>
                <a:srgbClr val="A9212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E9CF38DA-E2BA-CBEF-93E0-6C93E780A83E}"/>
                </a:ext>
              </a:extLst>
            </p:cNvPr>
            <p:cNvSpPr/>
            <p:nvPr/>
          </p:nvSpPr>
          <p:spPr>
            <a:xfrm>
              <a:off x="6912267" y="2079116"/>
              <a:ext cx="1426526" cy="272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707DB665-F22B-6FEB-1592-9A4E665C126A}"/>
                </a:ext>
              </a:extLst>
            </p:cNvPr>
            <p:cNvSpPr/>
            <p:nvPr/>
          </p:nvSpPr>
          <p:spPr>
            <a:xfrm>
              <a:off x="5587380" y="3637481"/>
              <a:ext cx="2697829" cy="660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i="1" dirty="0">
                  <a:solidFill>
                    <a:srgbClr val="7D8793"/>
                  </a:solidFill>
                </a:rPr>
                <a:t>Distributional/cloud representation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600" b="1" dirty="0">
                  <a:solidFill>
                    <a:srgbClr val="B12A2A"/>
                  </a:solidFill>
                </a:rPr>
                <a:t>Clouded representative</a:t>
              </a:r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679D3ED8-17A1-4633-28E9-ED785F9B76AB}"/>
                </a:ext>
              </a:extLst>
            </p:cNvPr>
            <p:cNvSpPr/>
            <p:nvPr/>
          </p:nvSpPr>
          <p:spPr>
            <a:xfrm>
              <a:off x="4277430" y="2212848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8">
              <a:extLst>
                <a:ext uri="{FF2B5EF4-FFF2-40B4-BE49-F238E27FC236}">
                  <a16:creationId xmlns:a16="http://schemas.microsoft.com/office/drawing/2014/main" id="{7CEA3CCD-9065-B38C-E27C-A40FD1F90254}"/>
                </a:ext>
              </a:extLst>
            </p:cNvPr>
            <p:cNvSpPr/>
            <p:nvPr/>
          </p:nvSpPr>
          <p:spPr>
            <a:xfrm>
              <a:off x="4128547" y="1854545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  <p:sp>
          <p:nvSpPr>
            <p:cNvPr id="73" name="Shape 71">
              <a:extLst>
                <a:ext uri="{FF2B5EF4-FFF2-40B4-BE49-F238E27FC236}">
                  <a16:creationId xmlns:a16="http://schemas.microsoft.com/office/drawing/2014/main" id="{1A3623DE-E3F8-2440-ED0A-FDD41D33903D}"/>
                </a:ext>
              </a:extLst>
            </p:cNvPr>
            <p:cNvSpPr/>
            <p:nvPr/>
          </p:nvSpPr>
          <p:spPr>
            <a:xfrm>
              <a:off x="4277430" y="3309165"/>
              <a:ext cx="1113998" cy="660739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>
              <a:extLst>
                <a:ext uri="{FF2B5EF4-FFF2-40B4-BE49-F238E27FC236}">
                  <a16:creationId xmlns:a16="http://schemas.microsoft.com/office/drawing/2014/main" id="{6F614B0B-ABC1-D9A4-B072-924653DDA65B}"/>
                </a:ext>
              </a:extLst>
            </p:cNvPr>
            <p:cNvSpPr/>
            <p:nvPr/>
          </p:nvSpPr>
          <p:spPr>
            <a:xfrm>
              <a:off x="5576871" y="2641828"/>
              <a:ext cx="214964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12A2A"/>
                  </a:solidFill>
                </a:rPr>
                <a:t>Point representative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7D8793"/>
                  </a:solidFill>
                </a:rPr>
                <a:t>single pseudo-observation</a:t>
              </a:r>
              <a:endParaRPr lang="en-US" sz="1400" dirty="0"/>
            </a:p>
          </p:txBody>
        </p:sp>
        <p:sp>
          <p:nvSpPr>
            <p:cNvPr id="67" name="Shape 65">
              <a:extLst>
                <a:ext uri="{FF2B5EF4-FFF2-40B4-BE49-F238E27FC236}">
                  <a16:creationId xmlns:a16="http://schemas.microsoft.com/office/drawing/2014/main" id="{AABADA05-8A10-654E-FB54-DC984E416D6E}"/>
                </a:ext>
              </a:extLst>
            </p:cNvPr>
            <p:cNvSpPr/>
            <p:nvPr/>
          </p:nvSpPr>
          <p:spPr>
            <a:xfrm>
              <a:off x="6685984" y="4573789"/>
              <a:ext cx="100584" cy="100584"/>
            </a:xfrm>
            <a:prstGeom prst="ellipse">
              <a:avLst/>
            </a:prstGeom>
            <a:solidFill>
              <a:srgbClr val="C62F2F"/>
            </a:solidFill>
            <a:ln w="12700">
              <a:solidFill>
                <a:srgbClr val="9F2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68">
              <a:extLst>
                <a:ext uri="{FF2B5EF4-FFF2-40B4-BE49-F238E27FC236}">
                  <a16:creationId xmlns:a16="http://schemas.microsoft.com/office/drawing/2014/main" id="{EE8792C5-DEC0-EACC-CB78-0D5420BA966D}"/>
                </a:ext>
              </a:extLst>
            </p:cNvPr>
            <p:cNvSpPr/>
            <p:nvPr/>
          </p:nvSpPr>
          <p:spPr>
            <a:xfrm>
              <a:off x="3698593" y="3554317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370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91F5-367C-74F2-E05D-EE35EEE49D9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8" name="Slide Number Placeholder 0">
            <a:extLst>
              <a:ext uri="{FF2B5EF4-FFF2-40B4-BE49-F238E27FC236}">
                <a16:creationId xmlns:a16="http://schemas.microsoft.com/office/drawing/2014/main" id="{731E0A90-521D-B8D4-7DED-E7CC670284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2A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1AC3FC5-F924-3CB7-BFBF-00862209BDD9}"/>
              </a:ext>
            </a:extLst>
          </p:cNvPr>
          <p:cNvGrpSpPr/>
          <p:nvPr/>
        </p:nvGrpSpPr>
        <p:grpSpPr>
          <a:xfrm>
            <a:off x="1419772" y="1854545"/>
            <a:ext cx="6919021" cy="3329360"/>
            <a:chOff x="1419772" y="1854545"/>
            <a:chExt cx="6919021" cy="3329360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9D5892B-05DC-BE9A-7F9E-02408C5FF574}"/>
                </a:ext>
              </a:extLst>
            </p:cNvPr>
            <p:cNvSpPr/>
            <p:nvPr/>
          </p:nvSpPr>
          <p:spPr>
            <a:xfrm>
              <a:off x="1700785" y="2641640"/>
              <a:ext cx="2223870" cy="335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/>
                <a:t>Local observed points</a:t>
              </a: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E4FE8B5A-CD87-9B8F-1949-51F7D9FE53BA}"/>
                </a:ext>
              </a:extLst>
            </p:cNvPr>
            <p:cNvSpPr/>
            <p:nvPr/>
          </p:nvSpPr>
          <p:spPr>
            <a:xfrm>
              <a:off x="1419772" y="3573892"/>
              <a:ext cx="2278373" cy="980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4">
                      <a:lumMod val="50000"/>
                    </a:schemeClr>
                  </a:solidFill>
                </a:rPr>
                <a:t>Clouded observations</a:t>
              </a:r>
            </a:p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450E2795-A1B5-73A6-D73D-4F54D5BC1616}"/>
                </a:ext>
              </a:extLst>
            </p:cNvPr>
            <p:cNvSpPr/>
            <p:nvPr/>
          </p:nvSpPr>
          <p:spPr>
            <a:xfrm>
              <a:off x="160020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8EA038B8-6E8A-D55B-CEC0-4C23BF618C21}"/>
                </a:ext>
              </a:extLst>
            </p:cNvPr>
            <p:cNvSpPr/>
            <p:nvPr/>
          </p:nvSpPr>
          <p:spPr>
            <a:xfrm>
              <a:off x="208026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88B7EA17-AD93-12E8-C53D-B3BE66DE7518}"/>
                </a:ext>
              </a:extLst>
            </p:cNvPr>
            <p:cNvSpPr/>
            <p:nvPr/>
          </p:nvSpPr>
          <p:spPr>
            <a:xfrm>
              <a:off x="256032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93A2A41E-46C4-9F5B-3A62-03DEC96EA458}"/>
                </a:ext>
              </a:extLst>
            </p:cNvPr>
            <p:cNvSpPr/>
            <p:nvPr/>
          </p:nvSpPr>
          <p:spPr>
            <a:xfrm>
              <a:off x="310896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11E50232-5008-0851-4122-041024EFB0DB}"/>
                </a:ext>
              </a:extLst>
            </p:cNvPr>
            <p:cNvSpPr/>
            <p:nvPr/>
          </p:nvSpPr>
          <p:spPr>
            <a:xfrm>
              <a:off x="348615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8B05F325-A757-453E-15EF-0272DB7C2B09}"/>
                </a:ext>
              </a:extLst>
            </p:cNvPr>
            <p:cNvSpPr/>
            <p:nvPr/>
          </p:nvSpPr>
          <p:spPr>
            <a:xfrm>
              <a:off x="235458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C9CBF847-744E-0815-64DB-F30B03E71797}"/>
                </a:ext>
              </a:extLst>
            </p:cNvPr>
            <p:cNvSpPr/>
            <p:nvPr/>
          </p:nvSpPr>
          <p:spPr>
            <a:xfrm>
              <a:off x="379476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9584C07-262F-BC44-2219-3006CB33DAC4}"/>
                </a:ext>
              </a:extLst>
            </p:cNvPr>
            <p:cNvSpPr/>
            <p:nvPr/>
          </p:nvSpPr>
          <p:spPr>
            <a:xfrm>
              <a:off x="297180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8BBDCFD0-6A54-8163-90F5-7F513FAEAC6D}"/>
                </a:ext>
              </a:extLst>
            </p:cNvPr>
            <p:cNvSpPr/>
            <p:nvPr/>
          </p:nvSpPr>
          <p:spPr>
            <a:xfrm>
              <a:off x="5590990" y="1968703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E7B763E8-7338-9191-6C3B-06CA073EDE70}"/>
                </a:ext>
              </a:extLst>
            </p:cNvPr>
            <p:cNvSpPr/>
            <p:nvPr/>
          </p:nvSpPr>
          <p:spPr>
            <a:xfrm>
              <a:off x="6071050" y="221559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025DC9F7-0042-A485-4A05-2DB250F294C7}"/>
                </a:ext>
              </a:extLst>
            </p:cNvPr>
            <p:cNvSpPr/>
            <p:nvPr/>
          </p:nvSpPr>
          <p:spPr>
            <a:xfrm>
              <a:off x="6551110" y="2018081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ADEED57B-3F5C-1D64-939F-B8CFC3490EF8}"/>
                </a:ext>
              </a:extLst>
            </p:cNvPr>
            <p:cNvSpPr/>
            <p:nvPr/>
          </p:nvSpPr>
          <p:spPr>
            <a:xfrm>
              <a:off x="7099750" y="233903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0F00A9A5-12C0-DC22-0D18-36CE194CA130}"/>
                </a:ext>
              </a:extLst>
            </p:cNvPr>
            <p:cNvSpPr/>
            <p:nvPr/>
          </p:nvSpPr>
          <p:spPr>
            <a:xfrm>
              <a:off x="7476940" y="204277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038FAD88-FD31-D8FA-D7C2-6BAA2AFD2718}"/>
                </a:ext>
              </a:extLst>
            </p:cNvPr>
            <p:cNvSpPr/>
            <p:nvPr/>
          </p:nvSpPr>
          <p:spPr>
            <a:xfrm>
              <a:off x="6345370" y="248716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A925EAB7-55B6-F658-A44A-315C93E7DF8D}"/>
                </a:ext>
              </a:extLst>
            </p:cNvPr>
            <p:cNvSpPr/>
            <p:nvPr/>
          </p:nvSpPr>
          <p:spPr>
            <a:xfrm>
              <a:off x="7785550" y="2462479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C7B80B59-7C38-735B-A51E-DAA8DC28B1A9}"/>
                </a:ext>
              </a:extLst>
            </p:cNvPr>
            <p:cNvSpPr/>
            <p:nvPr/>
          </p:nvSpPr>
          <p:spPr>
            <a:xfrm>
              <a:off x="6962590" y="189463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F5BC7915-AC99-DE38-F89D-24B1F68C8DE7}"/>
                </a:ext>
              </a:extLst>
            </p:cNvPr>
            <p:cNvSpPr/>
            <p:nvPr/>
          </p:nvSpPr>
          <p:spPr>
            <a:xfrm>
              <a:off x="1440180" y="4304498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825A13A0-6EED-9B21-089D-37D185B28679}"/>
                </a:ext>
              </a:extLst>
            </p:cNvPr>
            <p:cNvSpPr/>
            <p:nvPr/>
          </p:nvSpPr>
          <p:spPr>
            <a:xfrm>
              <a:off x="160020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1D4E86EE-43B3-2F2E-7D40-9964D42D5D4A}"/>
                </a:ext>
              </a:extLst>
            </p:cNvPr>
            <p:cNvSpPr/>
            <p:nvPr/>
          </p:nvSpPr>
          <p:spPr>
            <a:xfrm>
              <a:off x="1920240" y="4551386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373D1DE3-62AE-4170-9AFC-9FB902CE4F0B}"/>
                </a:ext>
              </a:extLst>
            </p:cNvPr>
            <p:cNvSpPr/>
            <p:nvPr/>
          </p:nvSpPr>
          <p:spPr>
            <a:xfrm>
              <a:off x="208026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A74B5002-27B6-7DD0-F91F-B7C4A53E58BD}"/>
                </a:ext>
              </a:extLst>
            </p:cNvPr>
            <p:cNvSpPr/>
            <p:nvPr/>
          </p:nvSpPr>
          <p:spPr>
            <a:xfrm>
              <a:off x="2400300" y="4353876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C2905D4A-9337-942B-3661-D67F19485269}"/>
                </a:ext>
              </a:extLst>
            </p:cNvPr>
            <p:cNvSpPr/>
            <p:nvPr/>
          </p:nvSpPr>
          <p:spPr>
            <a:xfrm>
              <a:off x="256032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559E4C2D-ADBC-6CC9-3F7B-9FF5B5332770}"/>
                </a:ext>
              </a:extLst>
            </p:cNvPr>
            <p:cNvSpPr/>
            <p:nvPr/>
          </p:nvSpPr>
          <p:spPr>
            <a:xfrm>
              <a:off x="2948940" y="4674830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21046504-271A-F869-D771-8E377C1C44B0}"/>
                </a:ext>
              </a:extLst>
            </p:cNvPr>
            <p:cNvSpPr/>
            <p:nvPr/>
          </p:nvSpPr>
          <p:spPr>
            <a:xfrm>
              <a:off x="310896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4542E218-829E-26FD-FD22-A6D5ACC96217}"/>
                </a:ext>
              </a:extLst>
            </p:cNvPr>
            <p:cNvSpPr/>
            <p:nvPr/>
          </p:nvSpPr>
          <p:spPr>
            <a:xfrm>
              <a:off x="3326130" y="4378565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2D27FD1C-3D4C-DDC9-B909-CD4DB13D3242}"/>
                </a:ext>
              </a:extLst>
            </p:cNvPr>
            <p:cNvSpPr/>
            <p:nvPr/>
          </p:nvSpPr>
          <p:spPr>
            <a:xfrm>
              <a:off x="348615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7678882B-37E8-44F6-ABCC-52A880BC180C}"/>
                </a:ext>
              </a:extLst>
            </p:cNvPr>
            <p:cNvSpPr/>
            <p:nvPr/>
          </p:nvSpPr>
          <p:spPr>
            <a:xfrm>
              <a:off x="2194560" y="4822963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27422F24-6931-BC63-8DEB-5AB351986D86}"/>
                </a:ext>
              </a:extLst>
            </p:cNvPr>
            <p:cNvSpPr/>
            <p:nvPr/>
          </p:nvSpPr>
          <p:spPr>
            <a:xfrm>
              <a:off x="235458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24704CD8-53A9-4EBA-7165-AF95138A433B}"/>
                </a:ext>
              </a:extLst>
            </p:cNvPr>
            <p:cNvSpPr/>
            <p:nvPr/>
          </p:nvSpPr>
          <p:spPr>
            <a:xfrm>
              <a:off x="3634740" y="4798274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97DE5691-054C-E5D4-AA2E-10F6C764DF13}"/>
                </a:ext>
              </a:extLst>
            </p:cNvPr>
            <p:cNvSpPr/>
            <p:nvPr/>
          </p:nvSpPr>
          <p:spPr>
            <a:xfrm>
              <a:off x="379476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49BDBD92-8B86-4187-FCDF-87AA1B40EE3A}"/>
                </a:ext>
              </a:extLst>
            </p:cNvPr>
            <p:cNvSpPr/>
            <p:nvPr/>
          </p:nvSpPr>
          <p:spPr>
            <a:xfrm>
              <a:off x="2811780" y="4230432"/>
              <a:ext cx="475488" cy="329184"/>
            </a:xfrm>
            <a:prstGeom prst="ellipse">
              <a:avLst/>
            </a:prstGeom>
            <a:gradFill flip="none" rotWithShape="1"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DEE47E91-4EC3-2112-2A69-72CC51DA76E6}"/>
                </a:ext>
              </a:extLst>
            </p:cNvPr>
            <p:cNvSpPr/>
            <p:nvPr/>
          </p:nvSpPr>
          <p:spPr>
            <a:xfrm>
              <a:off x="297180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BA50F333-14EC-474D-84C3-80AF80CDA668}"/>
                </a:ext>
              </a:extLst>
            </p:cNvPr>
            <p:cNvSpPr/>
            <p:nvPr/>
          </p:nvSpPr>
          <p:spPr>
            <a:xfrm>
              <a:off x="5430970" y="4304498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EB63CFF7-A6DF-3139-326B-16DC1C484398}"/>
                </a:ext>
              </a:extLst>
            </p:cNvPr>
            <p:cNvSpPr/>
            <p:nvPr/>
          </p:nvSpPr>
          <p:spPr>
            <a:xfrm>
              <a:off x="5590990" y="4400510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D11606DA-7D88-E7EE-1BBF-1F0B9B0F7B87}"/>
                </a:ext>
              </a:extLst>
            </p:cNvPr>
            <p:cNvSpPr/>
            <p:nvPr/>
          </p:nvSpPr>
          <p:spPr>
            <a:xfrm>
              <a:off x="5911030" y="4551386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>
              <a:extLst>
                <a:ext uri="{FF2B5EF4-FFF2-40B4-BE49-F238E27FC236}">
                  <a16:creationId xmlns:a16="http://schemas.microsoft.com/office/drawing/2014/main" id="{D35209F7-2EF4-F899-2E60-6C7D7EEA5279}"/>
                </a:ext>
              </a:extLst>
            </p:cNvPr>
            <p:cNvSpPr/>
            <p:nvPr/>
          </p:nvSpPr>
          <p:spPr>
            <a:xfrm>
              <a:off x="6071050" y="464739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70F34EAA-53E0-7046-65A0-C79FFED4F190}"/>
                </a:ext>
              </a:extLst>
            </p:cNvPr>
            <p:cNvSpPr/>
            <p:nvPr/>
          </p:nvSpPr>
          <p:spPr>
            <a:xfrm>
              <a:off x="6391090" y="4353876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>
              <a:extLst>
                <a:ext uri="{FF2B5EF4-FFF2-40B4-BE49-F238E27FC236}">
                  <a16:creationId xmlns:a16="http://schemas.microsoft.com/office/drawing/2014/main" id="{E8E1EF2B-D263-E581-0E0F-2E7000DAC504}"/>
                </a:ext>
              </a:extLst>
            </p:cNvPr>
            <p:cNvSpPr/>
            <p:nvPr/>
          </p:nvSpPr>
          <p:spPr>
            <a:xfrm>
              <a:off x="6551110" y="4449888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B8147E3D-A450-5E2D-9077-41101F8A15A2}"/>
                </a:ext>
              </a:extLst>
            </p:cNvPr>
            <p:cNvSpPr/>
            <p:nvPr/>
          </p:nvSpPr>
          <p:spPr>
            <a:xfrm>
              <a:off x="6939730" y="4674830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8DF3D2F2-EBE7-A640-3103-3544B1276823}"/>
                </a:ext>
              </a:extLst>
            </p:cNvPr>
            <p:cNvSpPr/>
            <p:nvPr/>
          </p:nvSpPr>
          <p:spPr>
            <a:xfrm>
              <a:off x="7099750" y="4770842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>
              <a:extLst>
                <a:ext uri="{FF2B5EF4-FFF2-40B4-BE49-F238E27FC236}">
                  <a16:creationId xmlns:a16="http://schemas.microsoft.com/office/drawing/2014/main" id="{83D98952-3430-6F5F-B5F6-F7B462643081}"/>
                </a:ext>
              </a:extLst>
            </p:cNvPr>
            <p:cNvSpPr/>
            <p:nvPr/>
          </p:nvSpPr>
          <p:spPr>
            <a:xfrm>
              <a:off x="7316920" y="4378565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>
              <a:extLst>
                <a:ext uri="{FF2B5EF4-FFF2-40B4-BE49-F238E27FC236}">
                  <a16:creationId xmlns:a16="http://schemas.microsoft.com/office/drawing/2014/main" id="{2D7AC31C-2FC6-4216-E3B1-1F0CC973DDB6}"/>
                </a:ext>
              </a:extLst>
            </p:cNvPr>
            <p:cNvSpPr/>
            <p:nvPr/>
          </p:nvSpPr>
          <p:spPr>
            <a:xfrm>
              <a:off x="7476940" y="4474577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>
              <a:extLst>
                <a:ext uri="{FF2B5EF4-FFF2-40B4-BE49-F238E27FC236}">
                  <a16:creationId xmlns:a16="http://schemas.microsoft.com/office/drawing/2014/main" id="{9B645763-EAB6-4725-B36F-67713AD43056}"/>
                </a:ext>
              </a:extLst>
            </p:cNvPr>
            <p:cNvSpPr/>
            <p:nvPr/>
          </p:nvSpPr>
          <p:spPr>
            <a:xfrm>
              <a:off x="6185350" y="4822963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86B46F08-FF78-778F-24F6-CCD754AFED50}"/>
                </a:ext>
              </a:extLst>
            </p:cNvPr>
            <p:cNvSpPr/>
            <p:nvPr/>
          </p:nvSpPr>
          <p:spPr>
            <a:xfrm>
              <a:off x="6345370" y="4918975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>
              <a:extLst>
                <a:ext uri="{FF2B5EF4-FFF2-40B4-BE49-F238E27FC236}">
                  <a16:creationId xmlns:a16="http://schemas.microsoft.com/office/drawing/2014/main" id="{1D01AF6E-DE58-B81B-9336-F3B219EFCE40}"/>
                </a:ext>
              </a:extLst>
            </p:cNvPr>
            <p:cNvSpPr/>
            <p:nvPr/>
          </p:nvSpPr>
          <p:spPr>
            <a:xfrm>
              <a:off x="7625530" y="4798274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>
              <a:extLst>
                <a:ext uri="{FF2B5EF4-FFF2-40B4-BE49-F238E27FC236}">
                  <a16:creationId xmlns:a16="http://schemas.microsoft.com/office/drawing/2014/main" id="{42274B5B-231E-593D-CAD9-1D481E425795}"/>
                </a:ext>
              </a:extLst>
            </p:cNvPr>
            <p:cNvSpPr/>
            <p:nvPr/>
          </p:nvSpPr>
          <p:spPr>
            <a:xfrm>
              <a:off x="7785550" y="4894286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>
              <a:extLst>
                <a:ext uri="{FF2B5EF4-FFF2-40B4-BE49-F238E27FC236}">
                  <a16:creationId xmlns:a16="http://schemas.microsoft.com/office/drawing/2014/main" id="{04358980-D28A-09E8-459D-EB17E4E97C97}"/>
                </a:ext>
              </a:extLst>
            </p:cNvPr>
            <p:cNvSpPr/>
            <p:nvPr/>
          </p:nvSpPr>
          <p:spPr>
            <a:xfrm>
              <a:off x="6802570" y="4230432"/>
              <a:ext cx="475488" cy="329184"/>
            </a:xfrm>
            <a:prstGeom prst="ellipse">
              <a:avLst/>
            </a:prstGeom>
            <a:gradFill>
              <a:gsLst>
                <a:gs pos="0">
                  <a:srgbClr val="56B870">
                    <a:tint val="66000"/>
                    <a:satMod val="160000"/>
                    <a:alpha val="95000"/>
                  </a:srgbClr>
                </a:gs>
                <a:gs pos="29000">
                  <a:srgbClr val="56B870">
                    <a:tint val="44500"/>
                    <a:satMod val="160000"/>
                    <a:alpha val="50026"/>
                  </a:srgbClr>
                </a:gs>
                <a:gs pos="100000">
                  <a:srgbClr val="56B870">
                    <a:tint val="23500"/>
                    <a:satMod val="160000"/>
                    <a:alpha val="14672"/>
                  </a:srgbClr>
                </a:gs>
              </a:gsLst>
              <a:path path="circle">
                <a:fillToRect l="50000" t="50000" r="50000" b="50000"/>
              </a:path>
            </a:gradFill>
            <a:ln w="635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EEF691E1-0302-E798-D772-BBDE5C9321B9}"/>
                </a:ext>
              </a:extLst>
            </p:cNvPr>
            <p:cNvSpPr/>
            <p:nvPr/>
          </p:nvSpPr>
          <p:spPr>
            <a:xfrm>
              <a:off x="6962590" y="4326444"/>
              <a:ext cx="100584" cy="100584"/>
            </a:xfrm>
            <a:prstGeom prst="ellipse">
              <a:avLst/>
            </a:prstGeom>
            <a:solidFill>
              <a:srgbClr val="20262D"/>
            </a:solidFill>
            <a:ln w="12700">
              <a:solidFill>
                <a:srgbClr val="2026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B517D15B-5063-BBC2-2A25-665837645200}"/>
                </a:ext>
              </a:extLst>
            </p:cNvPr>
            <p:cNvSpPr/>
            <p:nvPr/>
          </p:nvSpPr>
          <p:spPr>
            <a:xfrm>
              <a:off x="6681412" y="2137410"/>
              <a:ext cx="100584" cy="100584"/>
            </a:xfrm>
            <a:prstGeom prst="ellipse">
              <a:avLst/>
            </a:prstGeom>
            <a:solidFill>
              <a:srgbClr val="D83A3A"/>
            </a:solidFill>
            <a:ln w="15240">
              <a:solidFill>
                <a:srgbClr val="A9212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1D9E7B23-A6C8-27B7-1B35-19C50C48417A}"/>
                </a:ext>
              </a:extLst>
            </p:cNvPr>
            <p:cNvSpPr/>
            <p:nvPr/>
          </p:nvSpPr>
          <p:spPr>
            <a:xfrm>
              <a:off x="6912267" y="2079116"/>
              <a:ext cx="1426526" cy="272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D626313E-C2BA-ED82-68A2-93B027C36C24}"/>
                </a:ext>
              </a:extLst>
            </p:cNvPr>
            <p:cNvSpPr/>
            <p:nvPr/>
          </p:nvSpPr>
          <p:spPr>
            <a:xfrm>
              <a:off x="5587380" y="3637481"/>
              <a:ext cx="2697829" cy="660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12A2A"/>
                  </a:solidFill>
                </a:rPr>
                <a:t>Clouded representative</a:t>
              </a:r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2B90DA80-B33C-0A95-2F73-442D3E81ABD2}"/>
                </a:ext>
              </a:extLst>
            </p:cNvPr>
            <p:cNvSpPr/>
            <p:nvPr/>
          </p:nvSpPr>
          <p:spPr>
            <a:xfrm>
              <a:off x="4277430" y="2212848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8">
              <a:extLst>
                <a:ext uri="{FF2B5EF4-FFF2-40B4-BE49-F238E27FC236}">
                  <a16:creationId xmlns:a16="http://schemas.microsoft.com/office/drawing/2014/main" id="{FBDA3BD5-909B-0689-EC92-8ED0D41AB172}"/>
                </a:ext>
              </a:extLst>
            </p:cNvPr>
            <p:cNvSpPr/>
            <p:nvPr/>
          </p:nvSpPr>
          <p:spPr>
            <a:xfrm>
              <a:off x="4128547" y="1854545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  <p:sp>
          <p:nvSpPr>
            <p:cNvPr id="71" name="Shape 69">
              <a:extLst>
                <a:ext uri="{FF2B5EF4-FFF2-40B4-BE49-F238E27FC236}">
                  <a16:creationId xmlns:a16="http://schemas.microsoft.com/office/drawing/2014/main" id="{6A557E6B-24FB-F07E-5F0D-57C04785A67D}"/>
                </a:ext>
              </a:extLst>
            </p:cNvPr>
            <p:cNvSpPr/>
            <p:nvPr/>
          </p:nvSpPr>
          <p:spPr>
            <a:xfrm>
              <a:off x="2816352" y="2977398"/>
              <a:ext cx="1" cy="658368"/>
            </a:xfrm>
            <a:prstGeom prst="line">
              <a:avLst/>
            </a:prstGeom>
            <a:noFill/>
            <a:ln w="29210" cap="flat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Text 70">
              <a:extLst>
                <a:ext uri="{FF2B5EF4-FFF2-40B4-BE49-F238E27FC236}">
                  <a16:creationId xmlns:a16="http://schemas.microsoft.com/office/drawing/2014/main" id="{2982F337-90D9-1F3F-A259-B855EEEEB99D}"/>
                </a:ext>
              </a:extLst>
            </p:cNvPr>
            <p:cNvSpPr/>
            <p:nvPr/>
          </p:nvSpPr>
          <p:spPr>
            <a:xfrm>
              <a:off x="2292552" y="3159970"/>
              <a:ext cx="731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lift</a:t>
              </a:r>
              <a:endParaRPr lang="en-US" sz="1400" dirty="0"/>
            </a:p>
          </p:txBody>
        </p:sp>
        <p:sp>
          <p:nvSpPr>
            <p:cNvPr id="73" name="Shape 71">
              <a:extLst>
                <a:ext uri="{FF2B5EF4-FFF2-40B4-BE49-F238E27FC236}">
                  <a16:creationId xmlns:a16="http://schemas.microsoft.com/office/drawing/2014/main" id="{2ABD839C-C86A-A663-C9C4-2B2661F4EF8E}"/>
                </a:ext>
              </a:extLst>
            </p:cNvPr>
            <p:cNvSpPr/>
            <p:nvPr/>
          </p:nvSpPr>
          <p:spPr>
            <a:xfrm>
              <a:off x="4277430" y="4644655"/>
              <a:ext cx="1005840" cy="1"/>
            </a:xfrm>
            <a:prstGeom prst="line">
              <a:avLst/>
            </a:prstGeom>
            <a:noFill/>
            <a:ln w="29210">
              <a:solidFill>
                <a:srgbClr val="247BA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>
              <a:extLst>
                <a:ext uri="{FF2B5EF4-FFF2-40B4-BE49-F238E27FC236}">
                  <a16:creationId xmlns:a16="http://schemas.microsoft.com/office/drawing/2014/main" id="{75E3449A-40CB-85AD-AA48-0FE3BD69F2B0}"/>
                </a:ext>
              </a:extLst>
            </p:cNvPr>
            <p:cNvSpPr/>
            <p:nvPr/>
          </p:nvSpPr>
          <p:spPr>
            <a:xfrm>
              <a:off x="5576871" y="2641828"/>
              <a:ext cx="2149646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12A2A"/>
                  </a:solidFill>
                </a:rPr>
                <a:t>Point representative</a:t>
              </a:r>
              <a:endParaRPr lang="en-US" sz="1600" dirty="0"/>
            </a:p>
          </p:txBody>
        </p:sp>
        <p:sp>
          <p:nvSpPr>
            <p:cNvPr id="2" name="Shape 64">
              <a:extLst>
                <a:ext uri="{FF2B5EF4-FFF2-40B4-BE49-F238E27FC236}">
                  <a16:creationId xmlns:a16="http://schemas.microsoft.com/office/drawing/2014/main" id="{2991B1F5-5B7C-B126-C3EC-AD7C7A7F84C5}"/>
                </a:ext>
              </a:extLst>
            </p:cNvPr>
            <p:cNvSpPr/>
            <p:nvPr/>
          </p:nvSpPr>
          <p:spPr>
            <a:xfrm>
              <a:off x="5565288" y="4097104"/>
              <a:ext cx="2275435" cy="1086801"/>
            </a:xfrm>
            <a:prstGeom prst="ellipse">
              <a:avLst/>
            </a:prstGeom>
            <a:gradFill flip="none" rotWithShape="1">
              <a:gsLst>
                <a:gs pos="0">
                  <a:srgbClr val="E45B5B">
                    <a:tint val="66000"/>
                    <a:satMod val="160000"/>
                    <a:alpha val="90110"/>
                  </a:srgbClr>
                </a:gs>
                <a:gs pos="74000">
                  <a:srgbClr val="E45B5B">
                    <a:tint val="44500"/>
                    <a:satMod val="160000"/>
                    <a:alpha val="49684"/>
                  </a:srgbClr>
                </a:gs>
                <a:gs pos="99000">
                  <a:srgbClr val="E45B5B">
                    <a:tint val="23500"/>
                    <a:satMod val="160000"/>
                    <a:alpha val="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7780">
              <a:noFill/>
              <a:prstDash val="solid"/>
            </a:ln>
            <a:effectLst>
              <a:softEdge rad="317500"/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>
              <a:extLst>
                <a:ext uri="{FF2B5EF4-FFF2-40B4-BE49-F238E27FC236}">
                  <a16:creationId xmlns:a16="http://schemas.microsoft.com/office/drawing/2014/main" id="{22AC7B5F-FA59-9F27-37EA-05F5EBBFBEE6}"/>
                </a:ext>
              </a:extLst>
            </p:cNvPr>
            <p:cNvSpPr/>
            <p:nvPr/>
          </p:nvSpPr>
          <p:spPr>
            <a:xfrm>
              <a:off x="6685984" y="4573789"/>
              <a:ext cx="100584" cy="100584"/>
            </a:xfrm>
            <a:prstGeom prst="ellipse">
              <a:avLst/>
            </a:prstGeom>
            <a:solidFill>
              <a:srgbClr val="C62F2F"/>
            </a:solidFill>
            <a:ln w="12700">
              <a:solidFill>
                <a:srgbClr val="9F2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68">
              <a:extLst>
                <a:ext uri="{FF2B5EF4-FFF2-40B4-BE49-F238E27FC236}">
                  <a16:creationId xmlns:a16="http://schemas.microsoft.com/office/drawing/2014/main" id="{5A235285-6016-5BA2-F8B9-F47AA0FE1C76}"/>
                </a:ext>
              </a:extLst>
            </p:cNvPr>
            <p:cNvSpPr/>
            <p:nvPr/>
          </p:nvSpPr>
          <p:spPr>
            <a:xfrm>
              <a:off x="4116579" y="4280476"/>
              <a:ext cx="1262881" cy="413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47BA0"/>
                  </a:solidFill>
                </a:rPr>
                <a:t>represent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567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419</Words>
  <Application>Microsoft Macintosh PowerPoint</Application>
  <PresentationFormat>Widescreen</PresentationFormat>
  <Paragraphs>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University of Alabama at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Point Representatives to Clouded Representatives</dc:title>
  <dc:subject>Point and clouded representatives</dc:subject>
  <dc:creator>Li, Keren</dc:creator>
  <cp:lastModifiedBy>Keren Li</cp:lastModifiedBy>
  <cp:revision>7</cp:revision>
  <dcterms:created xsi:type="dcterms:W3CDTF">2026-09-25T13:01:13Z</dcterms:created>
  <dcterms:modified xsi:type="dcterms:W3CDTF">2026-10-22T15:33:43Z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2026-09-25T13:07:56Z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58063176-192d-4879-98aa-00080b25d52d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10, 3, 0, 2</vt:lpwstr>
  </property>
</Properties>
</file>